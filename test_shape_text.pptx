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2743200" cy="457200"/>
          </a:xfrm>
          <a:prstGeom prst="homePlate">
            <a:avLst/>
          </a:prstGeom>
          <a:solidFill>
            <a:srgbClr val="001CA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矢印テスト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2026-09-04T05:41:11Z</dcterms:created>
  <dcterms:modified xsi:type="dcterms:W3CDTF">2026-09-04T05:41:11Z</dcterms:modified>
</cp:coreProperties>
</file>
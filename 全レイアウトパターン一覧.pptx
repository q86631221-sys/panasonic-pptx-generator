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A_CONTENT_IU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52130" y="41910"/>
            <a:ext cx="828040" cy="19812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50800"/>
            <a:ext cx="468630" cy="1803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185150" y="46990"/>
            <a:ext cx="2921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IUO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96630" y="66040"/>
            <a:ext cx="482600" cy="153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C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Internal</a:t>
            </a:r>
            <a:endParaRPr lang="en-US" sz="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C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UseOnly</a:t>
            </a:r>
            <a:endParaRPr lang="en-US" sz="500" dirty="0"/>
          </a:p>
        </p:txBody>
      </p:sp>
      <p:sp>
        <p:nvSpPr>
          <p:cNvPr id="6" name="Shape 4"/>
          <p:cNvSpPr/>
          <p:nvPr/>
        </p:nvSpPr>
        <p:spPr>
          <a:xfrm>
            <a:off x="0" y="539750"/>
            <a:ext cx="196850" cy="50800"/>
          </a:xfrm>
          <a:prstGeom prst="rect">
            <a:avLst/>
          </a:prstGeom>
          <a:solidFill>
            <a:srgbClr val="F4A000"/>
          </a:solidFill>
          <a:ln/>
        </p:spPr>
      </p:sp>
      <p:sp>
        <p:nvSpPr>
          <p:cNvPr id="7" name="Shape 5"/>
          <p:cNvSpPr/>
          <p:nvPr/>
        </p:nvSpPr>
        <p:spPr>
          <a:xfrm>
            <a:off x="190500" y="539750"/>
            <a:ext cx="196850" cy="50800"/>
          </a:xfrm>
          <a:prstGeom prst="rect">
            <a:avLst/>
          </a:prstGeom>
          <a:solidFill>
            <a:srgbClr val="F4A100"/>
          </a:solidFill>
          <a:ln/>
        </p:spPr>
      </p:sp>
      <p:sp>
        <p:nvSpPr>
          <p:cNvPr id="8" name="Shape 6"/>
          <p:cNvSpPr/>
          <p:nvPr/>
        </p:nvSpPr>
        <p:spPr>
          <a:xfrm>
            <a:off x="381000" y="539750"/>
            <a:ext cx="196850" cy="50800"/>
          </a:xfrm>
          <a:prstGeom prst="rect">
            <a:avLst/>
          </a:prstGeom>
          <a:solidFill>
            <a:srgbClr val="F5A301"/>
          </a:solidFill>
          <a:ln/>
        </p:spPr>
      </p:sp>
      <p:sp>
        <p:nvSpPr>
          <p:cNvPr id="9" name="Shape 7"/>
          <p:cNvSpPr/>
          <p:nvPr/>
        </p:nvSpPr>
        <p:spPr>
          <a:xfrm>
            <a:off x="571500" y="539750"/>
            <a:ext cx="196850" cy="50800"/>
          </a:xfrm>
          <a:prstGeom prst="rect">
            <a:avLst/>
          </a:prstGeom>
          <a:solidFill>
            <a:srgbClr val="F5A401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539750"/>
            <a:ext cx="196850" cy="50800"/>
          </a:xfrm>
          <a:prstGeom prst="rect">
            <a:avLst/>
          </a:prstGeom>
          <a:solidFill>
            <a:srgbClr val="F5A602"/>
          </a:solidFill>
          <a:ln/>
        </p:spPr>
      </p:sp>
      <p:sp>
        <p:nvSpPr>
          <p:cNvPr id="11" name="Shape 9"/>
          <p:cNvSpPr/>
          <p:nvPr/>
        </p:nvSpPr>
        <p:spPr>
          <a:xfrm>
            <a:off x="952500" y="539750"/>
            <a:ext cx="196850" cy="50800"/>
          </a:xfrm>
          <a:prstGeom prst="rect">
            <a:avLst/>
          </a:prstGeom>
          <a:solidFill>
            <a:srgbClr val="F5A702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3000" y="539750"/>
            <a:ext cx="196850" cy="50800"/>
          </a:xfrm>
          <a:prstGeom prst="rect">
            <a:avLst/>
          </a:prstGeom>
          <a:solidFill>
            <a:srgbClr val="F6A803"/>
          </a:solidFill>
          <a:ln/>
        </p:spPr>
      </p:sp>
      <p:sp>
        <p:nvSpPr>
          <p:cNvPr id="13" name="Shape 11"/>
          <p:cNvSpPr/>
          <p:nvPr/>
        </p:nvSpPr>
        <p:spPr>
          <a:xfrm>
            <a:off x="1333500" y="539750"/>
            <a:ext cx="196850" cy="50800"/>
          </a:xfrm>
          <a:prstGeom prst="rect">
            <a:avLst/>
          </a:prstGeom>
          <a:solidFill>
            <a:srgbClr val="F6AA03"/>
          </a:solidFill>
          <a:ln/>
        </p:spPr>
      </p:sp>
      <p:sp>
        <p:nvSpPr>
          <p:cNvPr id="14" name="Shape 12"/>
          <p:cNvSpPr/>
          <p:nvPr/>
        </p:nvSpPr>
        <p:spPr>
          <a:xfrm>
            <a:off x="1524000" y="539750"/>
            <a:ext cx="196850" cy="50800"/>
          </a:xfrm>
          <a:prstGeom prst="rect">
            <a:avLst/>
          </a:prstGeom>
          <a:solidFill>
            <a:srgbClr val="F6AB04"/>
          </a:solidFill>
          <a:ln/>
        </p:spPr>
      </p:sp>
      <p:sp>
        <p:nvSpPr>
          <p:cNvPr id="15" name="Shape 13"/>
          <p:cNvSpPr/>
          <p:nvPr/>
        </p:nvSpPr>
        <p:spPr>
          <a:xfrm>
            <a:off x="1714500" y="539750"/>
            <a:ext cx="196850" cy="50800"/>
          </a:xfrm>
          <a:prstGeom prst="rect">
            <a:avLst/>
          </a:prstGeom>
          <a:solidFill>
            <a:srgbClr val="F6AD04"/>
          </a:solidFill>
          <a:ln/>
        </p:spPr>
      </p:sp>
      <p:sp>
        <p:nvSpPr>
          <p:cNvPr id="16" name="Shape 14"/>
          <p:cNvSpPr/>
          <p:nvPr/>
        </p:nvSpPr>
        <p:spPr>
          <a:xfrm>
            <a:off x="1905000" y="539750"/>
            <a:ext cx="196850" cy="50800"/>
          </a:xfrm>
          <a:prstGeom prst="rect">
            <a:avLst/>
          </a:prstGeom>
          <a:solidFill>
            <a:srgbClr val="F7AE05"/>
          </a:solidFill>
          <a:ln/>
        </p:spPr>
      </p:sp>
      <p:sp>
        <p:nvSpPr>
          <p:cNvPr id="17" name="Shape 15"/>
          <p:cNvSpPr/>
          <p:nvPr/>
        </p:nvSpPr>
        <p:spPr>
          <a:xfrm>
            <a:off x="2095500" y="539750"/>
            <a:ext cx="196850" cy="50800"/>
          </a:xfrm>
          <a:prstGeom prst="rect">
            <a:avLst/>
          </a:prstGeom>
          <a:solidFill>
            <a:srgbClr val="F7AF05"/>
          </a:solidFill>
          <a:ln/>
        </p:spPr>
      </p:sp>
      <p:sp>
        <p:nvSpPr>
          <p:cNvPr id="18" name="Shape 16"/>
          <p:cNvSpPr/>
          <p:nvPr/>
        </p:nvSpPr>
        <p:spPr>
          <a:xfrm>
            <a:off x="2286000" y="539750"/>
            <a:ext cx="196850" cy="50800"/>
          </a:xfrm>
          <a:prstGeom prst="rect">
            <a:avLst/>
          </a:prstGeom>
          <a:solidFill>
            <a:srgbClr val="F7B106"/>
          </a:solidFill>
          <a:ln/>
        </p:spPr>
      </p:sp>
      <p:sp>
        <p:nvSpPr>
          <p:cNvPr id="19" name="Shape 17"/>
          <p:cNvSpPr/>
          <p:nvPr/>
        </p:nvSpPr>
        <p:spPr>
          <a:xfrm>
            <a:off x="2476500" y="539750"/>
            <a:ext cx="196850" cy="50800"/>
          </a:xfrm>
          <a:prstGeom prst="rect">
            <a:avLst/>
          </a:prstGeom>
          <a:solidFill>
            <a:srgbClr val="F7B206"/>
          </a:solidFill>
          <a:ln/>
        </p:spPr>
      </p:sp>
      <p:sp>
        <p:nvSpPr>
          <p:cNvPr id="20" name="Shape 18"/>
          <p:cNvSpPr/>
          <p:nvPr/>
        </p:nvSpPr>
        <p:spPr>
          <a:xfrm>
            <a:off x="2667000" y="539750"/>
            <a:ext cx="196850" cy="50800"/>
          </a:xfrm>
          <a:prstGeom prst="rect">
            <a:avLst/>
          </a:prstGeom>
          <a:solidFill>
            <a:srgbClr val="F8B407"/>
          </a:solidFill>
          <a:ln/>
        </p:spPr>
      </p:sp>
      <p:sp>
        <p:nvSpPr>
          <p:cNvPr id="21" name="Shape 19"/>
          <p:cNvSpPr/>
          <p:nvPr/>
        </p:nvSpPr>
        <p:spPr>
          <a:xfrm>
            <a:off x="2857500" y="539750"/>
            <a:ext cx="196850" cy="50800"/>
          </a:xfrm>
          <a:prstGeom prst="rect">
            <a:avLst/>
          </a:prstGeom>
          <a:solidFill>
            <a:srgbClr val="F8B507"/>
          </a:solidFill>
          <a:ln/>
        </p:spPr>
      </p:sp>
      <p:sp>
        <p:nvSpPr>
          <p:cNvPr id="22" name="Shape 20"/>
          <p:cNvSpPr/>
          <p:nvPr/>
        </p:nvSpPr>
        <p:spPr>
          <a:xfrm>
            <a:off x="3048000" y="539750"/>
            <a:ext cx="196850" cy="50800"/>
          </a:xfrm>
          <a:prstGeom prst="rect">
            <a:avLst/>
          </a:prstGeom>
          <a:solidFill>
            <a:srgbClr val="F8B607"/>
          </a:solidFill>
          <a:ln/>
        </p:spPr>
      </p:sp>
      <p:sp>
        <p:nvSpPr>
          <p:cNvPr id="23" name="Shape 21"/>
          <p:cNvSpPr/>
          <p:nvPr/>
        </p:nvSpPr>
        <p:spPr>
          <a:xfrm>
            <a:off x="3238500" y="539750"/>
            <a:ext cx="196850" cy="50800"/>
          </a:xfrm>
          <a:prstGeom prst="rect">
            <a:avLst/>
          </a:prstGeom>
          <a:solidFill>
            <a:srgbClr val="F8B808"/>
          </a:solidFill>
          <a:ln/>
        </p:spPr>
      </p:sp>
      <p:sp>
        <p:nvSpPr>
          <p:cNvPr id="24" name="Shape 22"/>
          <p:cNvSpPr/>
          <p:nvPr/>
        </p:nvSpPr>
        <p:spPr>
          <a:xfrm>
            <a:off x="3429000" y="539750"/>
            <a:ext cx="196850" cy="50800"/>
          </a:xfrm>
          <a:prstGeom prst="rect">
            <a:avLst/>
          </a:prstGeom>
          <a:solidFill>
            <a:srgbClr val="F9B908"/>
          </a:solidFill>
          <a:ln/>
        </p:spPr>
      </p:sp>
      <p:sp>
        <p:nvSpPr>
          <p:cNvPr id="25" name="Shape 23"/>
          <p:cNvSpPr/>
          <p:nvPr/>
        </p:nvSpPr>
        <p:spPr>
          <a:xfrm>
            <a:off x="3619500" y="539750"/>
            <a:ext cx="196850" cy="50800"/>
          </a:xfrm>
          <a:prstGeom prst="rect">
            <a:avLst/>
          </a:prstGeom>
          <a:solidFill>
            <a:srgbClr val="F9BB09"/>
          </a:solidFill>
          <a:ln/>
        </p:spPr>
      </p:sp>
      <p:sp>
        <p:nvSpPr>
          <p:cNvPr id="26" name="Shape 24"/>
          <p:cNvSpPr/>
          <p:nvPr/>
        </p:nvSpPr>
        <p:spPr>
          <a:xfrm>
            <a:off x="3810000" y="539750"/>
            <a:ext cx="196850" cy="50800"/>
          </a:xfrm>
          <a:prstGeom prst="rect">
            <a:avLst/>
          </a:prstGeom>
          <a:solidFill>
            <a:srgbClr val="F9BC09"/>
          </a:solidFill>
          <a:ln/>
        </p:spPr>
      </p:sp>
      <p:sp>
        <p:nvSpPr>
          <p:cNvPr id="27" name="Shape 25"/>
          <p:cNvSpPr/>
          <p:nvPr/>
        </p:nvSpPr>
        <p:spPr>
          <a:xfrm>
            <a:off x="4000500" y="539750"/>
            <a:ext cx="196850" cy="50800"/>
          </a:xfrm>
          <a:prstGeom prst="rect">
            <a:avLst/>
          </a:prstGeom>
          <a:solidFill>
            <a:srgbClr val="F9BD0A"/>
          </a:solidFill>
          <a:ln/>
        </p:spPr>
      </p:sp>
      <p:sp>
        <p:nvSpPr>
          <p:cNvPr id="28" name="Shape 26"/>
          <p:cNvSpPr/>
          <p:nvPr/>
        </p:nvSpPr>
        <p:spPr>
          <a:xfrm>
            <a:off x="4191000" y="539750"/>
            <a:ext cx="196850" cy="50800"/>
          </a:xfrm>
          <a:prstGeom prst="rect">
            <a:avLst/>
          </a:prstGeom>
          <a:solidFill>
            <a:srgbClr val="FABF0A"/>
          </a:solidFill>
          <a:ln/>
        </p:spPr>
      </p:sp>
      <p:sp>
        <p:nvSpPr>
          <p:cNvPr id="29" name="Shape 27"/>
          <p:cNvSpPr/>
          <p:nvPr/>
        </p:nvSpPr>
        <p:spPr>
          <a:xfrm>
            <a:off x="4381500" y="539750"/>
            <a:ext cx="196850" cy="50800"/>
          </a:xfrm>
          <a:prstGeom prst="rect">
            <a:avLst/>
          </a:prstGeom>
          <a:solidFill>
            <a:srgbClr val="FAC00B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0" y="539750"/>
            <a:ext cx="196850" cy="50800"/>
          </a:xfrm>
          <a:prstGeom prst="rect">
            <a:avLst/>
          </a:prstGeom>
          <a:solidFill>
            <a:srgbClr val="F8C10C"/>
          </a:solidFill>
          <a:ln/>
        </p:spPr>
      </p:sp>
      <p:sp>
        <p:nvSpPr>
          <p:cNvPr id="31" name="Shape 29"/>
          <p:cNvSpPr/>
          <p:nvPr/>
        </p:nvSpPr>
        <p:spPr>
          <a:xfrm>
            <a:off x="4762500" y="539750"/>
            <a:ext cx="196850" cy="50800"/>
          </a:xfrm>
          <a:prstGeom prst="rect">
            <a:avLst/>
          </a:prstGeom>
          <a:solidFill>
            <a:srgbClr val="F4C10F"/>
          </a:solidFill>
          <a:ln/>
        </p:spPr>
      </p:sp>
      <p:sp>
        <p:nvSpPr>
          <p:cNvPr id="32" name="Shape 30"/>
          <p:cNvSpPr/>
          <p:nvPr/>
        </p:nvSpPr>
        <p:spPr>
          <a:xfrm>
            <a:off x="4953000" y="539750"/>
            <a:ext cx="196850" cy="50800"/>
          </a:xfrm>
          <a:prstGeom prst="rect">
            <a:avLst/>
          </a:prstGeom>
          <a:solidFill>
            <a:srgbClr val="EFC211"/>
          </a:solidFill>
          <a:ln/>
        </p:spPr>
      </p:sp>
      <p:sp>
        <p:nvSpPr>
          <p:cNvPr id="33" name="Shape 31"/>
          <p:cNvSpPr/>
          <p:nvPr/>
        </p:nvSpPr>
        <p:spPr>
          <a:xfrm>
            <a:off x="5143500" y="539750"/>
            <a:ext cx="196850" cy="50800"/>
          </a:xfrm>
          <a:prstGeom prst="rect">
            <a:avLst/>
          </a:prstGeom>
          <a:solidFill>
            <a:srgbClr val="EBC214"/>
          </a:solidFill>
          <a:ln/>
        </p:spPr>
      </p:sp>
      <p:sp>
        <p:nvSpPr>
          <p:cNvPr id="34" name="Shape 32"/>
          <p:cNvSpPr/>
          <p:nvPr/>
        </p:nvSpPr>
        <p:spPr>
          <a:xfrm>
            <a:off x="5334000" y="539750"/>
            <a:ext cx="196850" cy="50800"/>
          </a:xfrm>
          <a:prstGeom prst="rect">
            <a:avLst/>
          </a:prstGeom>
          <a:solidFill>
            <a:srgbClr val="E7C216"/>
          </a:solidFill>
          <a:ln/>
        </p:spPr>
      </p:sp>
      <p:sp>
        <p:nvSpPr>
          <p:cNvPr id="35" name="Shape 33"/>
          <p:cNvSpPr/>
          <p:nvPr/>
        </p:nvSpPr>
        <p:spPr>
          <a:xfrm>
            <a:off x="5524500" y="539750"/>
            <a:ext cx="196850" cy="50800"/>
          </a:xfrm>
          <a:prstGeom prst="rect">
            <a:avLst/>
          </a:prstGeom>
          <a:solidFill>
            <a:srgbClr val="E3C219"/>
          </a:solidFill>
          <a:ln/>
        </p:spPr>
      </p:sp>
      <p:sp>
        <p:nvSpPr>
          <p:cNvPr id="36" name="Shape 34"/>
          <p:cNvSpPr/>
          <p:nvPr/>
        </p:nvSpPr>
        <p:spPr>
          <a:xfrm>
            <a:off x="5715000" y="539750"/>
            <a:ext cx="196850" cy="50800"/>
          </a:xfrm>
          <a:prstGeom prst="rect">
            <a:avLst/>
          </a:prstGeom>
          <a:solidFill>
            <a:srgbClr val="DEC31B"/>
          </a:solidFill>
          <a:ln/>
        </p:spPr>
      </p:sp>
      <p:sp>
        <p:nvSpPr>
          <p:cNvPr id="37" name="Shape 35"/>
          <p:cNvSpPr/>
          <p:nvPr/>
        </p:nvSpPr>
        <p:spPr>
          <a:xfrm>
            <a:off x="5905500" y="539750"/>
            <a:ext cx="196850" cy="50800"/>
          </a:xfrm>
          <a:prstGeom prst="rect">
            <a:avLst/>
          </a:prstGeom>
          <a:solidFill>
            <a:srgbClr val="DAC31E"/>
          </a:solidFill>
          <a:ln/>
        </p:spPr>
      </p:sp>
      <p:sp>
        <p:nvSpPr>
          <p:cNvPr id="38" name="Shape 36"/>
          <p:cNvSpPr/>
          <p:nvPr/>
        </p:nvSpPr>
        <p:spPr>
          <a:xfrm>
            <a:off x="6096000" y="539750"/>
            <a:ext cx="196850" cy="50800"/>
          </a:xfrm>
          <a:prstGeom prst="rect">
            <a:avLst/>
          </a:prstGeom>
          <a:solidFill>
            <a:srgbClr val="D6C320"/>
          </a:solidFill>
          <a:ln/>
        </p:spPr>
      </p:sp>
      <p:sp>
        <p:nvSpPr>
          <p:cNvPr id="39" name="Shape 37"/>
          <p:cNvSpPr/>
          <p:nvPr/>
        </p:nvSpPr>
        <p:spPr>
          <a:xfrm>
            <a:off x="6286500" y="539750"/>
            <a:ext cx="196850" cy="50800"/>
          </a:xfrm>
          <a:prstGeom prst="rect">
            <a:avLst/>
          </a:prstGeom>
          <a:solidFill>
            <a:srgbClr val="D2C322"/>
          </a:solidFill>
          <a:ln/>
        </p:spPr>
      </p:sp>
      <p:sp>
        <p:nvSpPr>
          <p:cNvPr id="40" name="Shape 38"/>
          <p:cNvSpPr/>
          <p:nvPr/>
        </p:nvSpPr>
        <p:spPr>
          <a:xfrm>
            <a:off x="6477000" y="539750"/>
            <a:ext cx="196850" cy="50800"/>
          </a:xfrm>
          <a:prstGeom prst="rect">
            <a:avLst/>
          </a:prstGeom>
          <a:solidFill>
            <a:srgbClr val="CDC425"/>
          </a:solidFill>
          <a:ln/>
        </p:spPr>
      </p:sp>
      <p:sp>
        <p:nvSpPr>
          <p:cNvPr id="41" name="Shape 39"/>
          <p:cNvSpPr/>
          <p:nvPr/>
        </p:nvSpPr>
        <p:spPr>
          <a:xfrm>
            <a:off x="6667500" y="539750"/>
            <a:ext cx="196850" cy="50800"/>
          </a:xfrm>
          <a:prstGeom prst="rect">
            <a:avLst/>
          </a:prstGeom>
          <a:solidFill>
            <a:srgbClr val="C9C427"/>
          </a:solidFill>
          <a:ln/>
        </p:spPr>
      </p:sp>
      <p:sp>
        <p:nvSpPr>
          <p:cNvPr id="42" name="Shape 40"/>
          <p:cNvSpPr/>
          <p:nvPr/>
        </p:nvSpPr>
        <p:spPr>
          <a:xfrm>
            <a:off x="6858000" y="539750"/>
            <a:ext cx="196850" cy="50800"/>
          </a:xfrm>
          <a:prstGeom prst="rect">
            <a:avLst/>
          </a:prstGeom>
          <a:solidFill>
            <a:srgbClr val="C5C42A"/>
          </a:solidFill>
          <a:ln/>
        </p:spPr>
      </p:sp>
      <p:sp>
        <p:nvSpPr>
          <p:cNvPr id="43" name="Shape 41"/>
          <p:cNvSpPr/>
          <p:nvPr/>
        </p:nvSpPr>
        <p:spPr>
          <a:xfrm>
            <a:off x="7048500" y="539750"/>
            <a:ext cx="196850" cy="50800"/>
          </a:xfrm>
          <a:prstGeom prst="rect">
            <a:avLst/>
          </a:prstGeom>
          <a:solidFill>
            <a:srgbClr val="C1C42C"/>
          </a:solidFill>
          <a:ln/>
        </p:spPr>
      </p:sp>
      <p:sp>
        <p:nvSpPr>
          <p:cNvPr id="44" name="Shape 42"/>
          <p:cNvSpPr/>
          <p:nvPr/>
        </p:nvSpPr>
        <p:spPr>
          <a:xfrm>
            <a:off x="7239000" y="539750"/>
            <a:ext cx="196850" cy="50800"/>
          </a:xfrm>
          <a:prstGeom prst="rect">
            <a:avLst/>
          </a:prstGeom>
          <a:solidFill>
            <a:srgbClr val="BCC52F"/>
          </a:solidFill>
          <a:ln/>
        </p:spPr>
      </p:sp>
      <p:sp>
        <p:nvSpPr>
          <p:cNvPr id="45" name="Shape 43"/>
          <p:cNvSpPr/>
          <p:nvPr/>
        </p:nvSpPr>
        <p:spPr>
          <a:xfrm>
            <a:off x="7429500" y="539750"/>
            <a:ext cx="196850" cy="50800"/>
          </a:xfrm>
          <a:prstGeom prst="rect">
            <a:avLst/>
          </a:prstGeom>
          <a:solidFill>
            <a:srgbClr val="B8C531"/>
          </a:solidFill>
          <a:ln/>
        </p:spPr>
      </p:sp>
      <p:sp>
        <p:nvSpPr>
          <p:cNvPr id="46" name="Shape 44"/>
          <p:cNvSpPr/>
          <p:nvPr/>
        </p:nvSpPr>
        <p:spPr>
          <a:xfrm>
            <a:off x="7620000" y="539750"/>
            <a:ext cx="196850" cy="50800"/>
          </a:xfrm>
          <a:prstGeom prst="rect">
            <a:avLst/>
          </a:prstGeom>
          <a:solidFill>
            <a:srgbClr val="B4C534"/>
          </a:solidFill>
          <a:ln/>
        </p:spPr>
      </p:sp>
      <p:sp>
        <p:nvSpPr>
          <p:cNvPr id="47" name="Shape 45"/>
          <p:cNvSpPr/>
          <p:nvPr/>
        </p:nvSpPr>
        <p:spPr>
          <a:xfrm>
            <a:off x="7810500" y="539750"/>
            <a:ext cx="196850" cy="50800"/>
          </a:xfrm>
          <a:prstGeom prst="rect">
            <a:avLst/>
          </a:prstGeom>
          <a:solidFill>
            <a:srgbClr val="B0C536"/>
          </a:solidFill>
          <a:ln/>
        </p:spPr>
      </p:sp>
      <p:sp>
        <p:nvSpPr>
          <p:cNvPr id="48" name="Shape 46"/>
          <p:cNvSpPr/>
          <p:nvPr/>
        </p:nvSpPr>
        <p:spPr>
          <a:xfrm>
            <a:off x="8001000" y="539750"/>
            <a:ext cx="196850" cy="50800"/>
          </a:xfrm>
          <a:prstGeom prst="rect">
            <a:avLst/>
          </a:prstGeom>
          <a:solidFill>
            <a:srgbClr val="ABC639"/>
          </a:solidFill>
          <a:ln/>
        </p:spPr>
      </p:sp>
      <p:sp>
        <p:nvSpPr>
          <p:cNvPr id="49" name="Shape 47"/>
          <p:cNvSpPr/>
          <p:nvPr/>
        </p:nvSpPr>
        <p:spPr>
          <a:xfrm>
            <a:off x="8191500" y="539750"/>
            <a:ext cx="196850" cy="50800"/>
          </a:xfrm>
          <a:prstGeom prst="rect">
            <a:avLst/>
          </a:prstGeom>
          <a:solidFill>
            <a:srgbClr val="A7C63B"/>
          </a:solidFill>
          <a:ln/>
        </p:spPr>
      </p:sp>
      <p:sp>
        <p:nvSpPr>
          <p:cNvPr id="50" name="Shape 48"/>
          <p:cNvSpPr/>
          <p:nvPr/>
        </p:nvSpPr>
        <p:spPr>
          <a:xfrm>
            <a:off x="8382000" y="539750"/>
            <a:ext cx="196850" cy="50800"/>
          </a:xfrm>
          <a:prstGeom prst="rect">
            <a:avLst/>
          </a:prstGeom>
          <a:solidFill>
            <a:srgbClr val="A3C63E"/>
          </a:solidFill>
          <a:ln/>
        </p:spPr>
      </p:sp>
      <p:sp>
        <p:nvSpPr>
          <p:cNvPr id="51" name="Shape 49"/>
          <p:cNvSpPr/>
          <p:nvPr/>
        </p:nvSpPr>
        <p:spPr>
          <a:xfrm>
            <a:off x="8572500" y="539750"/>
            <a:ext cx="196850" cy="50800"/>
          </a:xfrm>
          <a:prstGeom prst="rect">
            <a:avLst/>
          </a:prstGeom>
          <a:solidFill>
            <a:srgbClr val="9FC640"/>
          </a:solidFill>
          <a:ln/>
        </p:spPr>
      </p:sp>
      <p:sp>
        <p:nvSpPr>
          <p:cNvPr id="52" name="Shape 50"/>
          <p:cNvSpPr/>
          <p:nvPr/>
        </p:nvSpPr>
        <p:spPr>
          <a:xfrm>
            <a:off x="8763000" y="539750"/>
            <a:ext cx="196850" cy="50800"/>
          </a:xfrm>
          <a:prstGeom prst="rect">
            <a:avLst/>
          </a:prstGeom>
          <a:solidFill>
            <a:srgbClr val="9AC743"/>
          </a:solidFill>
          <a:ln/>
        </p:spPr>
      </p:sp>
      <p:sp>
        <p:nvSpPr>
          <p:cNvPr id="53" name="Shape 51"/>
          <p:cNvSpPr/>
          <p:nvPr/>
        </p:nvSpPr>
        <p:spPr>
          <a:xfrm>
            <a:off x="8953500" y="539750"/>
            <a:ext cx="196850" cy="50800"/>
          </a:xfrm>
          <a:prstGeom prst="rect">
            <a:avLst/>
          </a:prstGeom>
          <a:solidFill>
            <a:srgbClr val="96C745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336550"/>
            <a:ext cx="381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A_CONTENT_NOIU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750"/>
            <a:ext cx="196850" cy="50800"/>
          </a:xfrm>
          <a:prstGeom prst="rect">
            <a:avLst/>
          </a:prstGeom>
          <a:solidFill>
            <a:srgbClr val="F4A000"/>
          </a:solidFill>
          <a:ln/>
        </p:spPr>
      </p:sp>
      <p:sp>
        <p:nvSpPr>
          <p:cNvPr id="3" name="Shape 1"/>
          <p:cNvSpPr/>
          <p:nvPr/>
        </p:nvSpPr>
        <p:spPr>
          <a:xfrm>
            <a:off x="190500" y="539750"/>
            <a:ext cx="196850" cy="50800"/>
          </a:xfrm>
          <a:prstGeom prst="rect">
            <a:avLst/>
          </a:prstGeom>
          <a:solidFill>
            <a:srgbClr val="F4A100"/>
          </a:solidFill>
          <a:ln/>
        </p:spPr>
      </p:sp>
      <p:sp>
        <p:nvSpPr>
          <p:cNvPr id="4" name="Shape 2"/>
          <p:cNvSpPr/>
          <p:nvPr/>
        </p:nvSpPr>
        <p:spPr>
          <a:xfrm>
            <a:off x="381000" y="539750"/>
            <a:ext cx="196850" cy="50800"/>
          </a:xfrm>
          <a:prstGeom prst="rect">
            <a:avLst/>
          </a:prstGeom>
          <a:solidFill>
            <a:srgbClr val="F5A301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539750"/>
            <a:ext cx="196850" cy="50800"/>
          </a:xfrm>
          <a:prstGeom prst="rect">
            <a:avLst/>
          </a:prstGeom>
          <a:solidFill>
            <a:srgbClr val="F5A401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539750"/>
            <a:ext cx="196850" cy="50800"/>
          </a:xfrm>
          <a:prstGeom prst="rect">
            <a:avLst/>
          </a:prstGeom>
          <a:solidFill>
            <a:srgbClr val="F5A602"/>
          </a:solidFill>
          <a:ln/>
        </p:spPr>
      </p:sp>
      <p:sp>
        <p:nvSpPr>
          <p:cNvPr id="7" name="Shape 5"/>
          <p:cNvSpPr/>
          <p:nvPr/>
        </p:nvSpPr>
        <p:spPr>
          <a:xfrm>
            <a:off x="952500" y="539750"/>
            <a:ext cx="196850" cy="50800"/>
          </a:xfrm>
          <a:prstGeom prst="rect">
            <a:avLst/>
          </a:prstGeom>
          <a:solidFill>
            <a:srgbClr val="F5A702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539750"/>
            <a:ext cx="196850" cy="50800"/>
          </a:xfrm>
          <a:prstGeom prst="rect">
            <a:avLst/>
          </a:prstGeom>
          <a:solidFill>
            <a:srgbClr val="F6A803"/>
          </a:solidFill>
          <a:ln/>
        </p:spPr>
      </p:sp>
      <p:sp>
        <p:nvSpPr>
          <p:cNvPr id="9" name="Shape 7"/>
          <p:cNvSpPr/>
          <p:nvPr/>
        </p:nvSpPr>
        <p:spPr>
          <a:xfrm>
            <a:off x="1333500" y="539750"/>
            <a:ext cx="196850" cy="50800"/>
          </a:xfrm>
          <a:prstGeom prst="rect">
            <a:avLst/>
          </a:prstGeom>
          <a:solidFill>
            <a:srgbClr val="F6AA03"/>
          </a:solidFill>
          <a:ln/>
        </p:spPr>
      </p:sp>
      <p:sp>
        <p:nvSpPr>
          <p:cNvPr id="10" name="Shape 8"/>
          <p:cNvSpPr/>
          <p:nvPr/>
        </p:nvSpPr>
        <p:spPr>
          <a:xfrm>
            <a:off x="1524000" y="539750"/>
            <a:ext cx="196850" cy="50800"/>
          </a:xfrm>
          <a:prstGeom prst="rect">
            <a:avLst/>
          </a:prstGeom>
          <a:solidFill>
            <a:srgbClr val="F6AB04"/>
          </a:solidFill>
          <a:ln/>
        </p:spPr>
      </p:sp>
      <p:sp>
        <p:nvSpPr>
          <p:cNvPr id="11" name="Shape 9"/>
          <p:cNvSpPr/>
          <p:nvPr/>
        </p:nvSpPr>
        <p:spPr>
          <a:xfrm>
            <a:off x="1714500" y="539750"/>
            <a:ext cx="196850" cy="50800"/>
          </a:xfrm>
          <a:prstGeom prst="rect">
            <a:avLst/>
          </a:prstGeom>
          <a:solidFill>
            <a:srgbClr val="F6AD04"/>
          </a:solidFill>
          <a:ln/>
        </p:spPr>
      </p:sp>
      <p:sp>
        <p:nvSpPr>
          <p:cNvPr id="12" name="Shape 10"/>
          <p:cNvSpPr/>
          <p:nvPr/>
        </p:nvSpPr>
        <p:spPr>
          <a:xfrm>
            <a:off x="1905000" y="539750"/>
            <a:ext cx="196850" cy="50800"/>
          </a:xfrm>
          <a:prstGeom prst="rect">
            <a:avLst/>
          </a:prstGeom>
          <a:solidFill>
            <a:srgbClr val="F7AE05"/>
          </a:solidFill>
          <a:ln/>
        </p:spPr>
      </p:sp>
      <p:sp>
        <p:nvSpPr>
          <p:cNvPr id="13" name="Shape 11"/>
          <p:cNvSpPr/>
          <p:nvPr/>
        </p:nvSpPr>
        <p:spPr>
          <a:xfrm>
            <a:off x="2095500" y="539750"/>
            <a:ext cx="196850" cy="50800"/>
          </a:xfrm>
          <a:prstGeom prst="rect">
            <a:avLst/>
          </a:prstGeom>
          <a:solidFill>
            <a:srgbClr val="F7AF05"/>
          </a:solidFill>
          <a:ln/>
        </p:spPr>
      </p:sp>
      <p:sp>
        <p:nvSpPr>
          <p:cNvPr id="14" name="Shape 12"/>
          <p:cNvSpPr/>
          <p:nvPr/>
        </p:nvSpPr>
        <p:spPr>
          <a:xfrm>
            <a:off x="2286000" y="539750"/>
            <a:ext cx="196850" cy="50800"/>
          </a:xfrm>
          <a:prstGeom prst="rect">
            <a:avLst/>
          </a:prstGeom>
          <a:solidFill>
            <a:srgbClr val="F7B106"/>
          </a:solidFill>
          <a:ln/>
        </p:spPr>
      </p:sp>
      <p:sp>
        <p:nvSpPr>
          <p:cNvPr id="15" name="Shape 13"/>
          <p:cNvSpPr/>
          <p:nvPr/>
        </p:nvSpPr>
        <p:spPr>
          <a:xfrm>
            <a:off x="2476500" y="539750"/>
            <a:ext cx="196850" cy="50800"/>
          </a:xfrm>
          <a:prstGeom prst="rect">
            <a:avLst/>
          </a:prstGeom>
          <a:solidFill>
            <a:srgbClr val="F7B206"/>
          </a:solidFill>
          <a:ln/>
        </p:spPr>
      </p:sp>
      <p:sp>
        <p:nvSpPr>
          <p:cNvPr id="16" name="Shape 14"/>
          <p:cNvSpPr/>
          <p:nvPr/>
        </p:nvSpPr>
        <p:spPr>
          <a:xfrm>
            <a:off x="2667000" y="539750"/>
            <a:ext cx="196850" cy="50800"/>
          </a:xfrm>
          <a:prstGeom prst="rect">
            <a:avLst/>
          </a:prstGeom>
          <a:solidFill>
            <a:srgbClr val="F8B407"/>
          </a:solidFill>
          <a:ln/>
        </p:spPr>
      </p:sp>
      <p:sp>
        <p:nvSpPr>
          <p:cNvPr id="17" name="Shape 15"/>
          <p:cNvSpPr/>
          <p:nvPr/>
        </p:nvSpPr>
        <p:spPr>
          <a:xfrm>
            <a:off x="2857500" y="539750"/>
            <a:ext cx="196850" cy="50800"/>
          </a:xfrm>
          <a:prstGeom prst="rect">
            <a:avLst/>
          </a:prstGeom>
          <a:solidFill>
            <a:srgbClr val="F8B507"/>
          </a:solidFill>
          <a:ln/>
        </p:spPr>
      </p:sp>
      <p:sp>
        <p:nvSpPr>
          <p:cNvPr id="18" name="Shape 16"/>
          <p:cNvSpPr/>
          <p:nvPr/>
        </p:nvSpPr>
        <p:spPr>
          <a:xfrm>
            <a:off x="3048000" y="539750"/>
            <a:ext cx="196850" cy="50800"/>
          </a:xfrm>
          <a:prstGeom prst="rect">
            <a:avLst/>
          </a:prstGeom>
          <a:solidFill>
            <a:srgbClr val="F8B607"/>
          </a:solidFill>
          <a:ln/>
        </p:spPr>
      </p:sp>
      <p:sp>
        <p:nvSpPr>
          <p:cNvPr id="19" name="Shape 17"/>
          <p:cNvSpPr/>
          <p:nvPr/>
        </p:nvSpPr>
        <p:spPr>
          <a:xfrm>
            <a:off x="3238500" y="539750"/>
            <a:ext cx="196850" cy="50800"/>
          </a:xfrm>
          <a:prstGeom prst="rect">
            <a:avLst/>
          </a:prstGeom>
          <a:solidFill>
            <a:srgbClr val="F8B808"/>
          </a:solidFill>
          <a:ln/>
        </p:spPr>
      </p:sp>
      <p:sp>
        <p:nvSpPr>
          <p:cNvPr id="20" name="Shape 18"/>
          <p:cNvSpPr/>
          <p:nvPr/>
        </p:nvSpPr>
        <p:spPr>
          <a:xfrm>
            <a:off x="3429000" y="539750"/>
            <a:ext cx="196850" cy="50800"/>
          </a:xfrm>
          <a:prstGeom prst="rect">
            <a:avLst/>
          </a:prstGeom>
          <a:solidFill>
            <a:srgbClr val="F9B908"/>
          </a:solidFill>
          <a:ln/>
        </p:spPr>
      </p:sp>
      <p:sp>
        <p:nvSpPr>
          <p:cNvPr id="21" name="Shape 19"/>
          <p:cNvSpPr/>
          <p:nvPr/>
        </p:nvSpPr>
        <p:spPr>
          <a:xfrm>
            <a:off x="3619500" y="539750"/>
            <a:ext cx="196850" cy="50800"/>
          </a:xfrm>
          <a:prstGeom prst="rect">
            <a:avLst/>
          </a:prstGeom>
          <a:solidFill>
            <a:srgbClr val="F9BB09"/>
          </a:solidFill>
          <a:ln/>
        </p:spPr>
      </p:sp>
      <p:sp>
        <p:nvSpPr>
          <p:cNvPr id="22" name="Shape 20"/>
          <p:cNvSpPr/>
          <p:nvPr/>
        </p:nvSpPr>
        <p:spPr>
          <a:xfrm>
            <a:off x="3810000" y="539750"/>
            <a:ext cx="196850" cy="50800"/>
          </a:xfrm>
          <a:prstGeom prst="rect">
            <a:avLst/>
          </a:prstGeom>
          <a:solidFill>
            <a:srgbClr val="F9BC09"/>
          </a:solidFill>
          <a:ln/>
        </p:spPr>
      </p:sp>
      <p:sp>
        <p:nvSpPr>
          <p:cNvPr id="23" name="Shape 21"/>
          <p:cNvSpPr/>
          <p:nvPr/>
        </p:nvSpPr>
        <p:spPr>
          <a:xfrm>
            <a:off x="4000500" y="539750"/>
            <a:ext cx="196850" cy="50800"/>
          </a:xfrm>
          <a:prstGeom prst="rect">
            <a:avLst/>
          </a:prstGeom>
          <a:solidFill>
            <a:srgbClr val="F9BD0A"/>
          </a:solidFill>
          <a:ln/>
        </p:spPr>
      </p:sp>
      <p:sp>
        <p:nvSpPr>
          <p:cNvPr id="24" name="Shape 22"/>
          <p:cNvSpPr/>
          <p:nvPr/>
        </p:nvSpPr>
        <p:spPr>
          <a:xfrm>
            <a:off x="4191000" y="539750"/>
            <a:ext cx="196850" cy="50800"/>
          </a:xfrm>
          <a:prstGeom prst="rect">
            <a:avLst/>
          </a:prstGeom>
          <a:solidFill>
            <a:srgbClr val="FABF0A"/>
          </a:solidFill>
          <a:ln/>
        </p:spPr>
      </p:sp>
      <p:sp>
        <p:nvSpPr>
          <p:cNvPr id="25" name="Shape 23"/>
          <p:cNvSpPr/>
          <p:nvPr/>
        </p:nvSpPr>
        <p:spPr>
          <a:xfrm>
            <a:off x="4381500" y="539750"/>
            <a:ext cx="196850" cy="50800"/>
          </a:xfrm>
          <a:prstGeom prst="rect">
            <a:avLst/>
          </a:prstGeom>
          <a:solidFill>
            <a:srgbClr val="FAC00B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0" y="539750"/>
            <a:ext cx="196850" cy="50800"/>
          </a:xfrm>
          <a:prstGeom prst="rect">
            <a:avLst/>
          </a:prstGeom>
          <a:solidFill>
            <a:srgbClr val="F8C10C"/>
          </a:solidFill>
          <a:ln/>
        </p:spPr>
      </p:sp>
      <p:sp>
        <p:nvSpPr>
          <p:cNvPr id="27" name="Shape 25"/>
          <p:cNvSpPr/>
          <p:nvPr/>
        </p:nvSpPr>
        <p:spPr>
          <a:xfrm>
            <a:off x="4762500" y="539750"/>
            <a:ext cx="196850" cy="50800"/>
          </a:xfrm>
          <a:prstGeom prst="rect">
            <a:avLst/>
          </a:prstGeom>
          <a:solidFill>
            <a:srgbClr val="F4C10F"/>
          </a:solidFill>
          <a:ln/>
        </p:spPr>
      </p:sp>
      <p:sp>
        <p:nvSpPr>
          <p:cNvPr id="28" name="Shape 26"/>
          <p:cNvSpPr/>
          <p:nvPr/>
        </p:nvSpPr>
        <p:spPr>
          <a:xfrm>
            <a:off x="4953000" y="539750"/>
            <a:ext cx="196850" cy="50800"/>
          </a:xfrm>
          <a:prstGeom prst="rect">
            <a:avLst/>
          </a:prstGeom>
          <a:solidFill>
            <a:srgbClr val="EFC211"/>
          </a:solidFill>
          <a:ln/>
        </p:spPr>
      </p:sp>
      <p:sp>
        <p:nvSpPr>
          <p:cNvPr id="29" name="Shape 27"/>
          <p:cNvSpPr/>
          <p:nvPr/>
        </p:nvSpPr>
        <p:spPr>
          <a:xfrm>
            <a:off x="5143500" y="539750"/>
            <a:ext cx="196850" cy="50800"/>
          </a:xfrm>
          <a:prstGeom prst="rect">
            <a:avLst/>
          </a:prstGeom>
          <a:solidFill>
            <a:srgbClr val="EBC214"/>
          </a:solidFill>
          <a:ln/>
        </p:spPr>
      </p:sp>
      <p:sp>
        <p:nvSpPr>
          <p:cNvPr id="30" name="Shape 28"/>
          <p:cNvSpPr/>
          <p:nvPr/>
        </p:nvSpPr>
        <p:spPr>
          <a:xfrm>
            <a:off x="5334000" y="539750"/>
            <a:ext cx="196850" cy="50800"/>
          </a:xfrm>
          <a:prstGeom prst="rect">
            <a:avLst/>
          </a:prstGeom>
          <a:solidFill>
            <a:srgbClr val="E7C216"/>
          </a:solidFill>
          <a:ln/>
        </p:spPr>
      </p:sp>
      <p:sp>
        <p:nvSpPr>
          <p:cNvPr id="31" name="Shape 29"/>
          <p:cNvSpPr/>
          <p:nvPr/>
        </p:nvSpPr>
        <p:spPr>
          <a:xfrm>
            <a:off x="5524500" y="539750"/>
            <a:ext cx="196850" cy="50800"/>
          </a:xfrm>
          <a:prstGeom prst="rect">
            <a:avLst/>
          </a:prstGeom>
          <a:solidFill>
            <a:srgbClr val="E3C219"/>
          </a:solidFill>
          <a:ln/>
        </p:spPr>
      </p:sp>
      <p:sp>
        <p:nvSpPr>
          <p:cNvPr id="32" name="Shape 30"/>
          <p:cNvSpPr/>
          <p:nvPr/>
        </p:nvSpPr>
        <p:spPr>
          <a:xfrm>
            <a:off x="5715000" y="539750"/>
            <a:ext cx="196850" cy="50800"/>
          </a:xfrm>
          <a:prstGeom prst="rect">
            <a:avLst/>
          </a:prstGeom>
          <a:solidFill>
            <a:srgbClr val="DEC31B"/>
          </a:solidFill>
          <a:ln/>
        </p:spPr>
      </p:sp>
      <p:sp>
        <p:nvSpPr>
          <p:cNvPr id="33" name="Shape 31"/>
          <p:cNvSpPr/>
          <p:nvPr/>
        </p:nvSpPr>
        <p:spPr>
          <a:xfrm>
            <a:off x="5905500" y="539750"/>
            <a:ext cx="196850" cy="50800"/>
          </a:xfrm>
          <a:prstGeom prst="rect">
            <a:avLst/>
          </a:prstGeom>
          <a:solidFill>
            <a:srgbClr val="DAC31E"/>
          </a:solidFill>
          <a:ln/>
        </p:spPr>
      </p:sp>
      <p:sp>
        <p:nvSpPr>
          <p:cNvPr id="34" name="Shape 32"/>
          <p:cNvSpPr/>
          <p:nvPr/>
        </p:nvSpPr>
        <p:spPr>
          <a:xfrm>
            <a:off x="6096000" y="539750"/>
            <a:ext cx="196850" cy="50800"/>
          </a:xfrm>
          <a:prstGeom prst="rect">
            <a:avLst/>
          </a:prstGeom>
          <a:solidFill>
            <a:srgbClr val="D6C320"/>
          </a:solidFill>
          <a:ln/>
        </p:spPr>
      </p:sp>
      <p:sp>
        <p:nvSpPr>
          <p:cNvPr id="35" name="Shape 33"/>
          <p:cNvSpPr/>
          <p:nvPr/>
        </p:nvSpPr>
        <p:spPr>
          <a:xfrm>
            <a:off x="6286500" y="539750"/>
            <a:ext cx="196850" cy="50800"/>
          </a:xfrm>
          <a:prstGeom prst="rect">
            <a:avLst/>
          </a:prstGeom>
          <a:solidFill>
            <a:srgbClr val="D2C322"/>
          </a:solidFill>
          <a:ln/>
        </p:spPr>
      </p:sp>
      <p:sp>
        <p:nvSpPr>
          <p:cNvPr id="36" name="Shape 34"/>
          <p:cNvSpPr/>
          <p:nvPr/>
        </p:nvSpPr>
        <p:spPr>
          <a:xfrm>
            <a:off x="6477000" y="539750"/>
            <a:ext cx="196850" cy="50800"/>
          </a:xfrm>
          <a:prstGeom prst="rect">
            <a:avLst/>
          </a:prstGeom>
          <a:solidFill>
            <a:srgbClr val="CDC425"/>
          </a:solidFill>
          <a:ln/>
        </p:spPr>
      </p:sp>
      <p:sp>
        <p:nvSpPr>
          <p:cNvPr id="37" name="Shape 35"/>
          <p:cNvSpPr/>
          <p:nvPr/>
        </p:nvSpPr>
        <p:spPr>
          <a:xfrm>
            <a:off x="6667500" y="539750"/>
            <a:ext cx="196850" cy="50800"/>
          </a:xfrm>
          <a:prstGeom prst="rect">
            <a:avLst/>
          </a:prstGeom>
          <a:solidFill>
            <a:srgbClr val="C9C427"/>
          </a:solidFill>
          <a:ln/>
        </p:spPr>
      </p:sp>
      <p:sp>
        <p:nvSpPr>
          <p:cNvPr id="38" name="Shape 36"/>
          <p:cNvSpPr/>
          <p:nvPr/>
        </p:nvSpPr>
        <p:spPr>
          <a:xfrm>
            <a:off x="6858000" y="539750"/>
            <a:ext cx="196850" cy="50800"/>
          </a:xfrm>
          <a:prstGeom prst="rect">
            <a:avLst/>
          </a:prstGeom>
          <a:solidFill>
            <a:srgbClr val="C5C42A"/>
          </a:solidFill>
          <a:ln/>
        </p:spPr>
      </p:sp>
      <p:sp>
        <p:nvSpPr>
          <p:cNvPr id="39" name="Shape 37"/>
          <p:cNvSpPr/>
          <p:nvPr/>
        </p:nvSpPr>
        <p:spPr>
          <a:xfrm>
            <a:off x="7048500" y="539750"/>
            <a:ext cx="196850" cy="50800"/>
          </a:xfrm>
          <a:prstGeom prst="rect">
            <a:avLst/>
          </a:prstGeom>
          <a:solidFill>
            <a:srgbClr val="C1C42C"/>
          </a:solidFill>
          <a:ln/>
        </p:spPr>
      </p:sp>
      <p:sp>
        <p:nvSpPr>
          <p:cNvPr id="40" name="Shape 38"/>
          <p:cNvSpPr/>
          <p:nvPr/>
        </p:nvSpPr>
        <p:spPr>
          <a:xfrm>
            <a:off x="7239000" y="539750"/>
            <a:ext cx="196850" cy="50800"/>
          </a:xfrm>
          <a:prstGeom prst="rect">
            <a:avLst/>
          </a:prstGeom>
          <a:solidFill>
            <a:srgbClr val="BCC52F"/>
          </a:solidFill>
          <a:ln/>
        </p:spPr>
      </p:sp>
      <p:sp>
        <p:nvSpPr>
          <p:cNvPr id="41" name="Shape 39"/>
          <p:cNvSpPr/>
          <p:nvPr/>
        </p:nvSpPr>
        <p:spPr>
          <a:xfrm>
            <a:off x="7429500" y="539750"/>
            <a:ext cx="196850" cy="50800"/>
          </a:xfrm>
          <a:prstGeom prst="rect">
            <a:avLst/>
          </a:prstGeom>
          <a:solidFill>
            <a:srgbClr val="B8C531"/>
          </a:solidFill>
          <a:ln/>
        </p:spPr>
      </p:sp>
      <p:sp>
        <p:nvSpPr>
          <p:cNvPr id="42" name="Shape 40"/>
          <p:cNvSpPr/>
          <p:nvPr/>
        </p:nvSpPr>
        <p:spPr>
          <a:xfrm>
            <a:off x="7620000" y="539750"/>
            <a:ext cx="196850" cy="50800"/>
          </a:xfrm>
          <a:prstGeom prst="rect">
            <a:avLst/>
          </a:prstGeom>
          <a:solidFill>
            <a:srgbClr val="B4C534"/>
          </a:solidFill>
          <a:ln/>
        </p:spPr>
      </p:sp>
      <p:sp>
        <p:nvSpPr>
          <p:cNvPr id="43" name="Shape 41"/>
          <p:cNvSpPr/>
          <p:nvPr/>
        </p:nvSpPr>
        <p:spPr>
          <a:xfrm>
            <a:off x="7810500" y="539750"/>
            <a:ext cx="196850" cy="50800"/>
          </a:xfrm>
          <a:prstGeom prst="rect">
            <a:avLst/>
          </a:prstGeom>
          <a:solidFill>
            <a:srgbClr val="B0C536"/>
          </a:solidFill>
          <a:ln/>
        </p:spPr>
      </p:sp>
      <p:sp>
        <p:nvSpPr>
          <p:cNvPr id="44" name="Shape 42"/>
          <p:cNvSpPr/>
          <p:nvPr/>
        </p:nvSpPr>
        <p:spPr>
          <a:xfrm>
            <a:off x="8001000" y="539750"/>
            <a:ext cx="196850" cy="50800"/>
          </a:xfrm>
          <a:prstGeom prst="rect">
            <a:avLst/>
          </a:prstGeom>
          <a:solidFill>
            <a:srgbClr val="ABC639"/>
          </a:solidFill>
          <a:ln/>
        </p:spPr>
      </p:sp>
      <p:sp>
        <p:nvSpPr>
          <p:cNvPr id="45" name="Shape 43"/>
          <p:cNvSpPr/>
          <p:nvPr/>
        </p:nvSpPr>
        <p:spPr>
          <a:xfrm>
            <a:off x="8191500" y="539750"/>
            <a:ext cx="196850" cy="50800"/>
          </a:xfrm>
          <a:prstGeom prst="rect">
            <a:avLst/>
          </a:prstGeom>
          <a:solidFill>
            <a:srgbClr val="A7C63B"/>
          </a:solidFill>
          <a:ln/>
        </p:spPr>
      </p:sp>
      <p:sp>
        <p:nvSpPr>
          <p:cNvPr id="46" name="Shape 44"/>
          <p:cNvSpPr/>
          <p:nvPr/>
        </p:nvSpPr>
        <p:spPr>
          <a:xfrm>
            <a:off x="8382000" y="539750"/>
            <a:ext cx="196850" cy="50800"/>
          </a:xfrm>
          <a:prstGeom prst="rect">
            <a:avLst/>
          </a:prstGeom>
          <a:solidFill>
            <a:srgbClr val="A3C63E"/>
          </a:solidFill>
          <a:ln/>
        </p:spPr>
      </p:sp>
      <p:sp>
        <p:nvSpPr>
          <p:cNvPr id="47" name="Shape 45"/>
          <p:cNvSpPr/>
          <p:nvPr/>
        </p:nvSpPr>
        <p:spPr>
          <a:xfrm>
            <a:off x="8572500" y="539750"/>
            <a:ext cx="196850" cy="50800"/>
          </a:xfrm>
          <a:prstGeom prst="rect">
            <a:avLst/>
          </a:prstGeom>
          <a:solidFill>
            <a:srgbClr val="9FC640"/>
          </a:solidFill>
          <a:ln/>
        </p:spPr>
      </p:sp>
      <p:sp>
        <p:nvSpPr>
          <p:cNvPr id="48" name="Shape 46"/>
          <p:cNvSpPr/>
          <p:nvPr/>
        </p:nvSpPr>
        <p:spPr>
          <a:xfrm>
            <a:off x="8763000" y="539750"/>
            <a:ext cx="196850" cy="50800"/>
          </a:xfrm>
          <a:prstGeom prst="rect">
            <a:avLst/>
          </a:prstGeom>
          <a:solidFill>
            <a:srgbClr val="9AC743"/>
          </a:solidFill>
          <a:ln/>
        </p:spPr>
      </p:sp>
      <p:sp>
        <p:nvSpPr>
          <p:cNvPr id="49" name="Shape 47"/>
          <p:cNvSpPr/>
          <p:nvPr/>
        </p:nvSpPr>
        <p:spPr>
          <a:xfrm>
            <a:off x="8953500" y="539750"/>
            <a:ext cx="196850" cy="50800"/>
          </a:xfrm>
          <a:prstGeom prst="rect">
            <a:avLst/>
          </a:prstGeom>
          <a:solidFill>
            <a:srgbClr val="96C745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336550"/>
            <a:ext cx="381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A_EN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22500"/>
            <a:ext cx="762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end</a:t>
            </a: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336550"/>
            <a:ext cx="381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52130" y="41910"/>
            <a:ext cx="828040" cy="19812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50800"/>
            <a:ext cx="468630" cy="1803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185150" y="46990"/>
            <a:ext cx="2921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IUO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96630" y="66040"/>
            <a:ext cx="482600" cy="153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C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Internal</a:t>
            </a:r>
            <a:endParaRPr lang="en-US" sz="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C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UseOnly</a:t>
            </a:r>
            <a:endParaRPr lang="en-US" sz="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980" y="416560"/>
            <a:ext cx="1630680" cy="2667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8650" y="1816100"/>
            <a:ext cx="7886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全レイアウトパターン一覧（ダミーデータ）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549275" y="2534920"/>
            <a:ext cx="174493" cy="74930"/>
          </a:xfrm>
          <a:prstGeom prst="rect">
            <a:avLst/>
          </a:prstGeom>
          <a:solidFill>
            <a:srgbClr val="F4A000"/>
          </a:solidFill>
          <a:ln/>
        </p:spPr>
      </p:sp>
      <p:sp>
        <p:nvSpPr>
          <p:cNvPr id="9" name="Shape 6"/>
          <p:cNvSpPr/>
          <p:nvPr/>
        </p:nvSpPr>
        <p:spPr>
          <a:xfrm>
            <a:off x="717418" y="2534920"/>
            <a:ext cx="174493" cy="74930"/>
          </a:xfrm>
          <a:prstGeom prst="rect">
            <a:avLst/>
          </a:prstGeom>
          <a:solidFill>
            <a:srgbClr val="F4A100"/>
          </a:solidFill>
          <a:ln/>
        </p:spPr>
      </p:sp>
      <p:sp>
        <p:nvSpPr>
          <p:cNvPr id="10" name="Shape 7"/>
          <p:cNvSpPr/>
          <p:nvPr/>
        </p:nvSpPr>
        <p:spPr>
          <a:xfrm>
            <a:off x="885560" y="2534920"/>
            <a:ext cx="174493" cy="74930"/>
          </a:xfrm>
          <a:prstGeom prst="rect">
            <a:avLst/>
          </a:prstGeom>
          <a:solidFill>
            <a:srgbClr val="F5A301"/>
          </a:solidFill>
          <a:ln/>
        </p:spPr>
      </p:sp>
      <p:sp>
        <p:nvSpPr>
          <p:cNvPr id="11" name="Shape 8"/>
          <p:cNvSpPr/>
          <p:nvPr/>
        </p:nvSpPr>
        <p:spPr>
          <a:xfrm>
            <a:off x="1053703" y="2534920"/>
            <a:ext cx="174493" cy="74930"/>
          </a:xfrm>
          <a:prstGeom prst="rect">
            <a:avLst/>
          </a:prstGeom>
          <a:solidFill>
            <a:srgbClr val="F5A401"/>
          </a:solidFill>
          <a:ln/>
        </p:spPr>
      </p:sp>
      <p:sp>
        <p:nvSpPr>
          <p:cNvPr id="12" name="Shape 9"/>
          <p:cNvSpPr/>
          <p:nvPr/>
        </p:nvSpPr>
        <p:spPr>
          <a:xfrm>
            <a:off x="1221846" y="2534920"/>
            <a:ext cx="174493" cy="74930"/>
          </a:xfrm>
          <a:prstGeom prst="rect">
            <a:avLst/>
          </a:prstGeom>
          <a:solidFill>
            <a:srgbClr val="F5A602"/>
          </a:solidFill>
          <a:ln/>
        </p:spPr>
      </p:sp>
      <p:sp>
        <p:nvSpPr>
          <p:cNvPr id="13" name="Shape 10"/>
          <p:cNvSpPr/>
          <p:nvPr/>
        </p:nvSpPr>
        <p:spPr>
          <a:xfrm>
            <a:off x="1389989" y="2534920"/>
            <a:ext cx="174493" cy="74930"/>
          </a:xfrm>
          <a:prstGeom prst="rect">
            <a:avLst/>
          </a:prstGeom>
          <a:solidFill>
            <a:srgbClr val="F5A702"/>
          </a:solidFill>
          <a:ln/>
        </p:spPr>
      </p:sp>
      <p:sp>
        <p:nvSpPr>
          <p:cNvPr id="14" name="Shape 11"/>
          <p:cNvSpPr/>
          <p:nvPr/>
        </p:nvSpPr>
        <p:spPr>
          <a:xfrm>
            <a:off x="1558131" y="2534920"/>
            <a:ext cx="174493" cy="74930"/>
          </a:xfrm>
          <a:prstGeom prst="rect">
            <a:avLst/>
          </a:prstGeom>
          <a:solidFill>
            <a:srgbClr val="F6A803"/>
          </a:solidFill>
          <a:ln/>
        </p:spPr>
      </p:sp>
      <p:sp>
        <p:nvSpPr>
          <p:cNvPr id="15" name="Shape 12"/>
          <p:cNvSpPr/>
          <p:nvPr/>
        </p:nvSpPr>
        <p:spPr>
          <a:xfrm>
            <a:off x="1726274" y="2534920"/>
            <a:ext cx="174493" cy="74930"/>
          </a:xfrm>
          <a:prstGeom prst="rect">
            <a:avLst/>
          </a:prstGeom>
          <a:solidFill>
            <a:srgbClr val="F6AA03"/>
          </a:solidFill>
          <a:ln/>
        </p:spPr>
      </p:sp>
      <p:sp>
        <p:nvSpPr>
          <p:cNvPr id="16" name="Shape 13"/>
          <p:cNvSpPr/>
          <p:nvPr/>
        </p:nvSpPr>
        <p:spPr>
          <a:xfrm>
            <a:off x="1894417" y="2534920"/>
            <a:ext cx="174493" cy="74930"/>
          </a:xfrm>
          <a:prstGeom prst="rect">
            <a:avLst/>
          </a:prstGeom>
          <a:solidFill>
            <a:srgbClr val="F6AB04"/>
          </a:solidFill>
          <a:ln/>
        </p:spPr>
      </p:sp>
      <p:sp>
        <p:nvSpPr>
          <p:cNvPr id="17" name="Shape 14"/>
          <p:cNvSpPr/>
          <p:nvPr/>
        </p:nvSpPr>
        <p:spPr>
          <a:xfrm>
            <a:off x="2062559" y="2534920"/>
            <a:ext cx="174493" cy="74930"/>
          </a:xfrm>
          <a:prstGeom prst="rect">
            <a:avLst/>
          </a:prstGeom>
          <a:solidFill>
            <a:srgbClr val="F6AD04"/>
          </a:solidFill>
          <a:ln/>
        </p:spPr>
      </p:sp>
      <p:sp>
        <p:nvSpPr>
          <p:cNvPr id="18" name="Shape 15"/>
          <p:cNvSpPr/>
          <p:nvPr/>
        </p:nvSpPr>
        <p:spPr>
          <a:xfrm>
            <a:off x="2230702" y="2534920"/>
            <a:ext cx="174493" cy="74930"/>
          </a:xfrm>
          <a:prstGeom prst="rect">
            <a:avLst/>
          </a:prstGeom>
          <a:solidFill>
            <a:srgbClr val="F7AE05"/>
          </a:solidFill>
          <a:ln/>
        </p:spPr>
      </p:sp>
      <p:sp>
        <p:nvSpPr>
          <p:cNvPr id="19" name="Shape 16"/>
          <p:cNvSpPr/>
          <p:nvPr/>
        </p:nvSpPr>
        <p:spPr>
          <a:xfrm>
            <a:off x="2398845" y="2534920"/>
            <a:ext cx="174493" cy="74930"/>
          </a:xfrm>
          <a:prstGeom prst="rect">
            <a:avLst/>
          </a:prstGeom>
          <a:solidFill>
            <a:srgbClr val="F7AF05"/>
          </a:solidFill>
          <a:ln/>
        </p:spPr>
      </p:sp>
      <p:sp>
        <p:nvSpPr>
          <p:cNvPr id="20" name="Shape 17"/>
          <p:cNvSpPr/>
          <p:nvPr/>
        </p:nvSpPr>
        <p:spPr>
          <a:xfrm>
            <a:off x="2566988" y="2534920"/>
            <a:ext cx="174493" cy="74930"/>
          </a:xfrm>
          <a:prstGeom prst="rect">
            <a:avLst/>
          </a:prstGeom>
          <a:solidFill>
            <a:srgbClr val="F7B106"/>
          </a:solidFill>
          <a:ln/>
        </p:spPr>
      </p:sp>
      <p:sp>
        <p:nvSpPr>
          <p:cNvPr id="21" name="Shape 18"/>
          <p:cNvSpPr/>
          <p:nvPr/>
        </p:nvSpPr>
        <p:spPr>
          <a:xfrm>
            <a:off x="2735130" y="2534920"/>
            <a:ext cx="174493" cy="74930"/>
          </a:xfrm>
          <a:prstGeom prst="rect">
            <a:avLst/>
          </a:prstGeom>
          <a:solidFill>
            <a:srgbClr val="F7B206"/>
          </a:solidFill>
          <a:ln/>
        </p:spPr>
      </p:sp>
      <p:sp>
        <p:nvSpPr>
          <p:cNvPr id="22" name="Shape 19"/>
          <p:cNvSpPr/>
          <p:nvPr/>
        </p:nvSpPr>
        <p:spPr>
          <a:xfrm>
            <a:off x="2903273" y="2534920"/>
            <a:ext cx="174493" cy="74930"/>
          </a:xfrm>
          <a:prstGeom prst="rect">
            <a:avLst/>
          </a:prstGeom>
          <a:solidFill>
            <a:srgbClr val="F8B407"/>
          </a:solidFill>
          <a:ln/>
        </p:spPr>
      </p:sp>
      <p:sp>
        <p:nvSpPr>
          <p:cNvPr id="23" name="Shape 20"/>
          <p:cNvSpPr/>
          <p:nvPr/>
        </p:nvSpPr>
        <p:spPr>
          <a:xfrm>
            <a:off x="3071416" y="2534920"/>
            <a:ext cx="174493" cy="74930"/>
          </a:xfrm>
          <a:prstGeom prst="rect">
            <a:avLst/>
          </a:prstGeom>
          <a:solidFill>
            <a:srgbClr val="F8B507"/>
          </a:solidFill>
          <a:ln/>
        </p:spPr>
      </p:sp>
      <p:sp>
        <p:nvSpPr>
          <p:cNvPr id="24" name="Shape 21"/>
          <p:cNvSpPr/>
          <p:nvPr/>
        </p:nvSpPr>
        <p:spPr>
          <a:xfrm>
            <a:off x="3239558" y="2534920"/>
            <a:ext cx="174493" cy="74930"/>
          </a:xfrm>
          <a:prstGeom prst="rect">
            <a:avLst/>
          </a:prstGeom>
          <a:solidFill>
            <a:srgbClr val="F8B607"/>
          </a:solidFill>
          <a:ln/>
        </p:spPr>
      </p:sp>
      <p:sp>
        <p:nvSpPr>
          <p:cNvPr id="25" name="Shape 22"/>
          <p:cNvSpPr/>
          <p:nvPr/>
        </p:nvSpPr>
        <p:spPr>
          <a:xfrm>
            <a:off x="3407701" y="2534920"/>
            <a:ext cx="174493" cy="74930"/>
          </a:xfrm>
          <a:prstGeom prst="rect">
            <a:avLst/>
          </a:prstGeom>
          <a:solidFill>
            <a:srgbClr val="F8B808"/>
          </a:solidFill>
          <a:ln/>
        </p:spPr>
      </p:sp>
      <p:sp>
        <p:nvSpPr>
          <p:cNvPr id="26" name="Shape 23"/>
          <p:cNvSpPr/>
          <p:nvPr/>
        </p:nvSpPr>
        <p:spPr>
          <a:xfrm>
            <a:off x="3575844" y="2534920"/>
            <a:ext cx="174493" cy="74930"/>
          </a:xfrm>
          <a:prstGeom prst="rect">
            <a:avLst/>
          </a:prstGeom>
          <a:solidFill>
            <a:srgbClr val="F9B908"/>
          </a:solidFill>
          <a:ln/>
        </p:spPr>
      </p:sp>
      <p:sp>
        <p:nvSpPr>
          <p:cNvPr id="27" name="Shape 24"/>
          <p:cNvSpPr/>
          <p:nvPr/>
        </p:nvSpPr>
        <p:spPr>
          <a:xfrm>
            <a:off x="3743986" y="2534920"/>
            <a:ext cx="174493" cy="74930"/>
          </a:xfrm>
          <a:prstGeom prst="rect">
            <a:avLst/>
          </a:prstGeom>
          <a:solidFill>
            <a:srgbClr val="F9BB09"/>
          </a:solidFill>
          <a:ln/>
        </p:spPr>
      </p:sp>
      <p:sp>
        <p:nvSpPr>
          <p:cNvPr id="28" name="Shape 25"/>
          <p:cNvSpPr/>
          <p:nvPr/>
        </p:nvSpPr>
        <p:spPr>
          <a:xfrm>
            <a:off x="3912129" y="2534920"/>
            <a:ext cx="174493" cy="74930"/>
          </a:xfrm>
          <a:prstGeom prst="rect">
            <a:avLst/>
          </a:prstGeom>
          <a:solidFill>
            <a:srgbClr val="F9BC09"/>
          </a:solidFill>
          <a:ln/>
        </p:spPr>
      </p:sp>
      <p:sp>
        <p:nvSpPr>
          <p:cNvPr id="29" name="Shape 26"/>
          <p:cNvSpPr/>
          <p:nvPr/>
        </p:nvSpPr>
        <p:spPr>
          <a:xfrm>
            <a:off x="4080272" y="2534920"/>
            <a:ext cx="174493" cy="74930"/>
          </a:xfrm>
          <a:prstGeom prst="rect">
            <a:avLst/>
          </a:prstGeom>
          <a:solidFill>
            <a:srgbClr val="F9BD0A"/>
          </a:solidFill>
          <a:ln/>
        </p:spPr>
      </p:sp>
      <p:sp>
        <p:nvSpPr>
          <p:cNvPr id="30" name="Shape 27"/>
          <p:cNvSpPr/>
          <p:nvPr/>
        </p:nvSpPr>
        <p:spPr>
          <a:xfrm>
            <a:off x="4248415" y="2534920"/>
            <a:ext cx="174493" cy="74930"/>
          </a:xfrm>
          <a:prstGeom prst="rect">
            <a:avLst/>
          </a:prstGeom>
          <a:solidFill>
            <a:srgbClr val="FABF0A"/>
          </a:solidFill>
          <a:ln/>
        </p:spPr>
      </p:sp>
      <p:sp>
        <p:nvSpPr>
          <p:cNvPr id="31" name="Shape 28"/>
          <p:cNvSpPr/>
          <p:nvPr/>
        </p:nvSpPr>
        <p:spPr>
          <a:xfrm>
            <a:off x="4416557" y="2534920"/>
            <a:ext cx="174493" cy="74930"/>
          </a:xfrm>
          <a:prstGeom prst="rect">
            <a:avLst/>
          </a:prstGeom>
          <a:solidFill>
            <a:srgbClr val="FAC00B"/>
          </a:solidFill>
          <a:ln/>
        </p:spPr>
      </p:sp>
      <p:sp>
        <p:nvSpPr>
          <p:cNvPr id="32" name="Shape 29"/>
          <p:cNvSpPr/>
          <p:nvPr/>
        </p:nvSpPr>
        <p:spPr>
          <a:xfrm>
            <a:off x="4584700" y="2534920"/>
            <a:ext cx="174493" cy="74930"/>
          </a:xfrm>
          <a:prstGeom prst="rect">
            <a:avLst/>
          </a:prstGeom>
          <a:solidFill>
            <a:srgbClr val="F8C10C"/>
          </a:solidFill>
          <a:ln/>
        </p:spPr>
      </p:sp>
      <p:sp>
        <p:nvSpPr>
          <p:cNvPr id="33" name="Shape 30"/>
          <p:cNvSpPr/>
          <p:nvPr/>
        </p:nvSpPr>
        <p:spPr>
          <a:xfrm>
            <a:off x="4752843" y="2534920"/>
            <a:ext cx="174493" cy="74930"/>
          </a:xfrm>
          <a:prstGeom prst="rect">
            <a:avLst/>
          </a:prstGeom>
          <a:solidFill>
            <a:srgbClr val="F4C10F"/>
          </a:solidFill>
          <a:ln/>
        </p:spPr>
      </p:sp>
      <p:sp>
        <p:nvSpPr>
          <p:cNvPr id="34" name="Shape 31"/>
          <p:cNvSpPr/>
          <p:nvPr/>
        </p:nvSpPr>
        <p:spPr>
          <a:xfrm>
            <a:off x="4920985" y="2534920"/>
            <a:ext cx="174493" cy="74930"/>
          </a:xfrm>
          <a:prstGeom prst="rect">
            <a:avLst/>
          </a:prstGeom>
          <a:solidFill>
            <a:srgbClr val="EFC211"/>
          </a:solidFill>
          <a:ln/>
        </p:spPr>
      </p:sp>
      <p:sp>
        <p:nvSpPr>
          <p:cNvPr id="35" name="Shape 32"/>
          <p:cNvSpPr/>
          <p:nvPr/>
        </p:nvSpPr>
        <p:spPr>
          <a:xfrm>
            <a:off x="5089128" y="2534920"/>
            <a:ext cx="174493" cy="74930"/>
          </a:xfrm>
          <a:prstGeom prst="rect">
            <a:avLst/>
          </a:prstGeom>
          <a:solidFill>
            <a:srgbClr val="EBC214"/>
          </a:solidFill>
          <a:ln/>
        </p:spPr>
      </p:sp>
      <p:sp>
        <p:nvSpPr>
          <p:cNvPr id="36" name="Shape 33"/>
          <p:cNvSpPr/>
          <p:nvPr/>
        </p:nvSpPr>
        <p:spPr>
          <a:xfrm>
            <a:off x="5257271" y="2534920"/>
            <a:ext cx="174493" cy="74930"/>
          </a:xfrm>
          <a:prstGeom prst="rect">
            <a:avLst/>
          </a:prstGeom>
          <a:solidFill>
            <a:srgbClr val="E7C216"/>
          </a:solidFill>
          <a:ln/>
        </p:spPr>
      </p:sp>
      <p:sp>
        <p:nvSpPr>
          <p:cNvPr id="37" name="Shape 34"/>
          <p:cNvSpPr/>
          <p:nvPr/>
        </p:nvSpPr>
        <p:spPr>
          <a:xfrm>
            <a:off x="5425414" y="2534920"/>
            <a:ext cx="174493" cy="74930"/>
          </a:xfrm>
          <a:prstGeom prst="rect">
            <a:avLst/>
          </a:prstGeom>
          <a:solidFill>
            <a:srgbClr val="E3C219"/>
          </a:solidFill>
          <a:ln/>
        </p:spPr>
      </p:sp>
      <p:sp>
        <p:nvSpPr>
          <p:cNvPr id="38" name="Shape 35"/>
          <p:cNvSpPr/>
          <p:nvPr/>
        </p:nvSpPr>
        <p:spPr>
          <a:xfrm>
            <a:off x="5593556" y="2534920"/>
            <a:ext cx="174493" cy="74930"/>
          </a:xfrm>
          <a:prstGeom prst="rect">
            <a:avLst/>
          </a:prstGeom>
          <a:solidFill>
            <a:srgbClr val="DEC31B"/>
          </a:solidFill>
          <a:ln/>
        </p:spPr>
      </p:sp>
      <p:sp>
        <p:nvSpPr>
          <p:cNvPr id="39" name="Shape 36"/>
          <p:cNvSpPr/>
          <p:nvPr/>
        </p:nvSpPr>
        <p:spPr>
          <a:xfrm>
            <a:off x="5761699" y="2534920"/>
            <a:ext cx="174493" cy="74930"/>
          </a:xfrm>
          <a:prstGeom prst="rect">
            <a:avLst/>
          </a:prstGeom>
          <a:solidFill>
            <a:srgbClr val="DAC31E"/>
          </a:solidFill>
          <a:ln/>
        </p:spPr>
      </p:sp>
      <p:sp>
        <p:nvSpPr>
          <p:cNvPr id="40" name="Shape 37"/>
          <p:cNvSpPr/>
          <p:nvPr/>
        </p:nvSpPr>
        <p:spPr>
          <a:xfrm>
            <a:off x="5929842" y="2534920"/>
            <a:ext cx="174493" cy="74930"/>
          </a:xfrm>
          <a:prstGeom prst="rect">
            <a:avLst/>
          </a:prstGeom>
          <a:solidFill>
            <a:srgbClr val="D6C320"/>
          </a:solidFill>
          <a:ln/>
        </p:spPr>
      </p:sp>
      <p:sp>
        <p:nvSpPr>
          <p:cNvPr id="41" name="Shape 38"/>
          <p:cNvSpPr/>
          <p:nvPr/>
        </p:nvSpPr>
        <p:spPr>
          <a:xfrm>
            <a:off x="6097984" y="2534920"/>
            <a:ext cx="174493" cy="74930"/>
          </a:xfrm>
          <a:prstGeom prst="rect">
            <a:avLst/>
          </a:prstGeom>
          <a:solidFill>
            <a:srgbClr val="D2C322"/>
          </a:solidFill>
          <a:ln/>
        </p:spPr>
      </p:sp>
      <p:sp>
        <p:nvSpPr>
          <p:cNvPr id="42" name="Shape 39"/>
          <p:cNvSpPr/>
          <p:nvPr/>
        </p:nvSpPr>
        <p:spPr>
          <a:xfrm>
            <a:off x="6266127" y="2534920"/>
            <a:ext cx="174493" cy="74930"/>
          </a:xfrm>
          <a:prstGeom prst="rect">
            <a:avLst/>
          </a:prstGeom>
          <a:solidFill>
            <a:srgbClr val="CDC425"/>
          </a:solidFill>
          <a:ln/>
        </p:spPr>
      </p:sp>
      <p:sp>
        <p:nvSpPr>
          <p:cNvPr id="43" name="Shape 40"/>
          <p:cNvSpPr/>
          <p:nvPr/>
        </p:nvSpPr>
        <p:spPr>
          <a:xfrm>
            <a:off x="6434270" y="2534920"/>
            <a:ext cx="174493" cy="74930"/>
          </a:xfrm>
          <a:prstGeom prst="rect">
            <a:avLst/>
          </a:prstGeom>
          <a:solidFill>
            <a:srgbClr val="C9C427"/>
          </a:solidFill>
          <a:ln/>
        </p:spPr>
      </p:sp>
      <p:sp>
        <p:nvSpPr>
          <p:cNvPr id="44" name="Shape 41"/>
          <p:cNvSpPr/>
          <p:nvPr/>
        </p:nvSpPr>
        <p:spPr>
          <a:xfrm>
            <a:off x="6602413" y="2534920"/>
            <a:ext cx="174493" cy="74930"/>
          </a:xfrm>
          <a:prstGeom prst="rect">
            <a:avLst/>
          </a:prstGeom>
          <a:solidFill>
            <a:srgbClr val="C5C42A"/>
          </a:solidFill>
          <a:ln/>
        </p:spPr>
      </p:sp>
      <p:sp>
        <p:nvSpPr>
          <p:cNvPr id="45" name="Shape 42"/>
          <p:cNvSpPr/>
          <p:nvPr/>
        </p:nvSpPr>
        <p:spPr>
          <a:xfrm>
            <a:off x="6770555" y="2534920"/>
            <a:ext cx="174493" cy="74930"/>
          </a:xfrm>
          <a:prstGeom prst="rect">
            <a:avLst/>
          </a:prstGeom>
          <a:solidFill>
            <a:srgbClr val="C1C42C"/>
          </a:solidFill>
          <a:ln/>
        </p:spPr>
      </p:sp>
      <p:sp>
        <p:nvSpPr>
          <p:cNvPr id="46" name="Shape 43"/>
          <p:cNvSpPr/>
          <p:nvPr/>
        </p:nvSpPr>
        <p:spPr>
          <a:xfrm>
            <a:off x="6938698" y="2534920"/>
            <a:ext cx="174493" cy="74930"/>
          </a:xfrm>
          <a:prstGeom prst="rect">
            <a:avLst/>
          </a:prstGeom>
          <a:solidFill>
            <a:srgbClr val="BCC52F"/>
          </a:solidFill>
          <a:ln/>
        </p:spPr>
      </p:sp>
      <p:sp>
        <p:nvSpPr>
          <p:cNvPr id="47" name="Shape 44"/>
          <p:cNvSpPr/>
          <p:nvPr/>
        </p:nvSpPr>
        <p:spPr>
          <a:xfrm>
            <a:off x="7106841" y="2534920"/>
            <a:ext cx="174493" cy="74930"/>
          </a:xfrm>
          <a:prstGeom prst="rect">
            <a:avLst/>
          </a:prstGeom>
          <a:solidFill>
            <a:srgbClr val="B8C531"/>
          </a:solidFill>
          <a:ln/>
        </p:spPr>
      </p:sp>
      <p:sp>
        <p:nvSpPr>
          <p:cNvPr id="48" name="Shape 45"/>
          <p:cNvSpPr/>
          <p:nvPr/>
        </p:nvSpPr>
        <p:spPr>
          <a:xfrm>
            <a:off x="7274983" y="2534920"/>
            <a:ext cx="174493" cy="74930"/>
          </a:xfrm>
          <a:prstGeom prst="rect">
            <a:avLst/>
          </a:prstGeom>
          <a:solidFill>
            <a:srgbClr val="B4C534"/>
          </a:solidFill>
          <a:ln/>
        </p:spPr>
      </p:sp>
      <p:sp>
        <p:nvSpPr>
          <p:cNvPr id="49" name="Shape 46"/>
          <p:cNvSpPr/>
          <p:nvPr/>
        </p:nvSpPr>
        <p:spPr>
          <a:xfrm>
            <a:off x="7443126" y="2534920"/>
            <a:ext cx="174493" cy="74930"/>
          </a:xfrm>
          <a:prstGeom prst="rect">
            <a:avLst/>
          </a:prstGeom>
          <a:solidFill>
            <a:srgbClr val="B0C536"/>
          </a:solidFill>
          <a:ln/>
        </p:spPr>
      </p:sp>
      <p:sp>
        <p:nvSpPr>
          <p:cNvPr id="50" name="Shape 47"/>
          <p:cNvSpPr/>
          <p:nvPr/>
        </p:nvSpPr>
        <p:spPr>
          <a:xfrm>
            <a:off x="7611269" y="2534920"/>
            <a:ext cx="174493" cy="74930"/>
          </a:xfrm>
          <a:prstGeom prst="rect">
            <a:avLst/>
          </a:prstGeom>
          <a:solidFill>
            <a:srgbClr val="ABC639"/>
          </a:solidFill>
          <a:ln/>
        </p:spPr>
      </p:sp>
      <p:sp>
        <p:nvSpPr>
          <p:cNvPr id="51" name="Shape 48"/>
          <p:cNvSpPr/>
          <p:nvPr/>
        </p:nvSpPr>
        <p:spPr>
          <a:xfrm>
            <a:off x="7779411" y="2534920"/>
            <a:ext cx="174493" cy="74930"/>
          </a:xfrm>
          <a:prstGeom prst="rect">
            <a:avLst/>
          </a:prstGeom>
          <a:solidFill>
            <a:srgbClr val="A7C63B"/>
          </a:solidFill>
          <a:ln/>
        </p:spPr>
      </p:sp>
      <p:sp>
        <p:nvSpPr>
          <p:cNvPr id="52" name="Shape 49"/>
          <p:cNvSpPr/>
          <p:nvPr/>
        </p:nvSpPr>
        <p:spPr>
          <a:xfrm>
            <a:off x="7947554" y="2534920"/>
            <a:ext cx="174493" cy="74930"/>
          </a:xfrm>
          <a:prstGeom prst="rect">
            <a:avLst/>
          </a:prstGeom>
          <a:solidFill>
            <a:srgbClr val="A3C63E"/>
          </a:solidFill>
          <a:ln/>
        </p:spPr>
      </p:sp>
      <p:sp>
        <p:nvSpPr>
          <p:cNvPr id="53" name="Shape 50"/>
          <p:cNvSpPr/>
          <p:nvPr/>
        </p:nvSpPr>
        <p:spPr>
          <a:xfrm>
            <a:off x="8115697" y="2534920"/>
            <a:ext cx="174493" cy="74930"/>
          </a:xfrm>
          <a:prstGeom prst="rect">
            <a:avLst/>
          </a:prstGeom>
          <a:solidFill>
            <a:srgbClr val="9FC640"/>
          </a:solidFill>
          <a:ln/>
        </p:spPr>
      </p:sp>
      <p:sp>
        <p:nvSpPr>
          <p:cNvPr id="54" name="Shape 51"/>
          <p:cNvSpPr/>
          <p:nvPr/>
        </p:nvSpPr>
        <p:spPr>
          <a:xfrm>
            <a:off x="8283840" y="2534920"/>
            <a:ext cx="174493" cy="74930"/>
          </a:xfrm>
          <a:prstGeom prst="rect">
            <a:avLst/>
          </a:prstGeom>
          <a:solidFill>
            <a:srgbClr val="9AC743"/>
          </a:solidFill>
          <a:ln/>
        </p:spPr>
      </p:sp>
      <p:sp>
        <p:nvSpPr>
          <p:cNvPr id="55" name="Shape 52"/>
          <p:cNvSpPr/>
          <p:nvPr/>
        </p:nvSpPr>
        <p:spPr>
          <a:xfrm>
            <a:off x="8451982" y="2534920"/>
            <a:ext cx="174493" cy="74930"/>
          </a:xfrm>
          <a:prstGeom prst="rect">
            <a:avLst/>
          </a:prstGeom>
          <a:solidFill>
            <a:srgbClr val="96C745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1371600" y="3691890"/>
            <a:ext cx="64008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社内テンプレート パワポ自動生成システム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2026年9月　動作確認用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54000" y="109220"/>
            <a:ext cx="7112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箇条書き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610600" y="336550"/>
            <a:ext cx="4064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/ 21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600" y="796925"/>
            <a:ext cx="89408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最も基本的な文章中心のレイアウト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58800" y="1422400"/>
            <a:ext cx="80264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6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1つ目の要点をここに記載する</a:t>
            </a:r>
            <a:endParaRPr lang="en-US" sz="160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800" b="1" dirty="0">
                <a:solidFill>
                  <a:srgbClr val="C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特に重要な項目は赤字で強調できる</a:t>
            </a:r>
            <a:endParaRPr lang="en-US" sz="160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6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3つ目の要点、詳細情報や背景を補足する</a:t>
            </a:r>
            <a:endParaRPr lang="en-US" sz="160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6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4つ目の要点をここに記載する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336550"/>
            <a:ext cx="381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54000" y="109220"/>
            <a:ext cx="7112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表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610600" y="336550"/>
            <a:ext cx="4064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/ 21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600" y="796925"/>
            <a:ext cx="89408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複数項目・複数列の比較データを構造化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22400"/>
          <a:ext cx="8229600" cy="914400"/>
        </p:xfrm>
        <a:graphic>
          <a:graphicData uri="http://schemas.openxmlformats.org/drawingml/2006/table">
            <a:tbl>
              <a:tblPr/>
              <a:tblGrid>
                <a:gridCol w="2032000"/>
                <a:gridCol w="2065867"/>
                <a:gridCol w="2065867"/>
                <a:gridCol w="2065867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0282B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2025年度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2026年度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増減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売上高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0282B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120億円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132億円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+10%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営業利益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0282B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18億円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21億円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+16.7%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従業員数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2B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450名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480名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+30名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336550"/>
            <a:ext cx="381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54000" y="109220"/>
            <a:ext cx="7112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数値ハイライト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610600" y="336550"/>
            <a:ext cx="4064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/ 21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600" y="796925"/>
            <a:ext cx="89408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最も訴求力のある単一実績を補足と共に強調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58800" y="1549400"/>
            <a:ext cx="5012944" cy="314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800" b="1" dirty="0">
                <a:solidFill>
                  <a:srgbClr val="C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前年から大幅な伸びを達成</a:t>
            </a:r>
            <a:endParaRPr lang="en-US" sz="160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6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主要因は新規顧客獲得の増加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24144" y="1549400"/>
            <a:ext cx="2962656" cy="2032000"/>
          </a:xfrm>
          <a:prstGeom prst="roundRect">
            <a:avLst>
              <a:gd name="adj" fmla="val 2700"/>
            </a:avLst>
          </a:prstGeom>
          <a:solidFill>
            <a:srgbClr val="C6D9F1"/>
          </a:solidFill>
          <a:ln w="12700">
            <a:solidFill>
              <a:srgbClr val="001CA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24144" y="1874520"/>
            <a:ext cx="296265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132</a:t>
            </a:r>
            <a:pPr algn="ctr" indent="0" marL="0">
              <a:buNone/>
            </a:pPr>
            <a:r>
              <a:rPr lang="en-US" sz="16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億円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851144" y="2809240"/>
            <a:ext cx="2708656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2026年度売上高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336550"/>
            <a:ext cx="381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54000" y="109220"/>
            <a:ext cx="7112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ウォーターフォール図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610600" y="336550"/>
            <a:ext cx="4064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/ 21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600" y="796925"/>
            <a:ext cx="89408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起点から複数要因を経て着地点に至る差異分析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369562"/>
            <a:ext cx="1544320" cy="2024638"/>
          </a:xfrm>
          <a:prstGeom prst="rect">
            <a:avLst/>
          </a:prstGeom>
          <a:solidFill>
            <a:srgbClr val="001CA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55600" y="2166362"/>
            <a:ext cx="174752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1000百万円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55600" y="4445000"/>
            <a:ext cx="174752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期初計画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01520" y="2369562"/>
            <a:ext cx="127000" cy="0"/>
          </a:xfrm>
          <a:prstGeom prst="line">
            <a:avLst/>
          </a:prstGeom>
          <a:noFill/>
          <a:ln w="9525">
            <a:solidFill>
              <a:srgbClr val="A6A6A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128520" y="2065867"/>
            <a:ext cx="1544320" cy="303696"/>
          </a:xfrm>
          <a:prstGeom prst="rect">
            <a:avLst/>
          </a:prstGeom>
          <a:solidFill>
            <a:srgbClr val="0282B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026920" y="1862667"/>
            <a:ext cx="174752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2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+150百万円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026920" y="4445000"/>
            <a:ext cx="174752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販売増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72840" y="2065867"/>
            <a:ext cx="127000" cy="0"/>
          </a:xfrm>
          <a:prstGeom prst="line">
            <a:avLst/>
          </a:prstGeom>
          <a:noFill/>
          <a:ln w="9525">
            <a:solidFill>
              <a:srgbClr val="A6A6A6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799840" y="2065867"/>
            <a:ext cx="1544320" cy="161971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98240" y="1862667"/>
            <a:ext cx="174752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▲80百万円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98240" y="4445000"/>
            <a:ext cx="174752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コスト増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44160" y="2065867"/>
            <a:ext cx="127000" cy="0"/>
          </a:xfrm>
          <a:prstGeom prst="line">
            <a:avLst/>
          </a:prstGeom>
          <a:noFill/>
          <a:ln w="9525">
            <a:solidFill>
              <a:srgbClr val="A6A6A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471160" y="2227838"/>
            <a:ext cx="1544320" cy="60739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369560" y="2024638"/>
            <a:ext cx="174752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▲30百万円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369560" y="4445000"/>
            <a:ext cx="174752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為替影響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015480" y="2227838"/>
            <a:ext cx="127000" cy="0"/>
          </a:xfrm>
          <a:prstGeom prst="line">
            <a:avLst/>
          </a:prstGeom>
          <a:noFill/>
          <a:ln w="9525">
            <a:solidFill>
              <a:srgbClr val="A6A6A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142480" y="2288577"/>
            <a:ext cx="1544320" cy="2105623"/>
          </a:xfrm>
          <a:prstGeom prst="rect">
            <a:avLst/>
          </a:prstGeom>
          <a:solidFill>
            <a:srgbClr val="001CA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040880" y="2085377"/>
            <a:ext cx="174752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1040百万円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4445000"/>
            <a:ext cx="174752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期末実績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336550"/>
            <a:ext cx="381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54000" y="109220"/>
            <a:ext cx="7112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左右2カラム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610600" y="336550"/>
            <a:ext cx="4064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/ 21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600" y="796925"/>
            <a:ext cx="89408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性質の異なる2つの情報を左右に並べて提示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3987800" cy="406400"/>
          </a:xfrm>
          <a:prstGeom prst="rect">
            <a:avLst/>
          </a:prstGeom>
          <a:solidFill>
            <a:srgbClr val="1F497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現状の課題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58800" y="1828800"/>
            <a:ext cx="3784600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4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対応工数が多い</a:t>
            </a:r>
            <a:endParaRPr lang="en-US" sz="140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4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属人化している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699000" y="1371600"/>
            <a:ext cx="3987800" cy="406400"/>
          </a:xfrm>
          <a:prstGeom prst="rect">
            <a:avLst/>
          </a:prstGeom>
          <a:solidFill>
            <a:srgbClr val="1F497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改善の方向性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828800"/>
            <a:ext cx="3784600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4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自動化ツール導入</a:t>
            </a:r>
            <a:endParaRPr lang="en-US" sz="140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4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マニュアル整備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336550"/>
            <a:ext cx="381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54000" y="109220"/>
            <a:ext cx="7112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比較カード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610600" y="336550"/>
            <a:ext cx="4064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/ 21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600" y="796925"/>
            <a:ext cx="89408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複数案・選択肢を横並びで比較評価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4038600" cy="406400"/>
          </a:xfrm>
          <a:prstGeom prst="rect">
            <a:avLst/>
          </a:prstGeom>
          <a:solidFill>
            <a:srgbClr val="1F497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案A：自社開発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08000" y="1828800"/>
            <a:ext cx="393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2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評価される点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8000" y="2082800"/>
            <a:ext cx="3937000" cy="939800"/>
          </a:xfrm>
          <a:prstGeom prst="rect">
            <a:avLst/>
          </a:prstGeom>
          <a:solidFill>
            <a:srgbClr val="BFBFBF">
              <a:alpha val="25000"/>
            </a:srgbClr>
          </a:solidFill>
          <a:ln/>
        </p:spPr>
        <p:txBody>
          <a:bodyPr wrap="square" lIns="0" tIns="72000" rIns="72000" bIns="0" rtlCol="0" anchor="ctr"/>
          <a:lstStyle/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05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柔軟性が高い</a:t>
            </a:r>
            <a:endParaRPr lang="en-US" sz="105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05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長期コスト低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08000" y="3073400"/>
            <a:ext cx="393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2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指摘事項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08000" y="3327400"/>
            <a:ext cx="3937000" cy="939800"/>
          </a:xfrm>
          <a:prstGeom prst="rect">
            <a:avLst/>
          </a:prstGeom>
          <a:solidFill>
            <a:srgbClr val="BFBFBF">
              <a:alpha val="25000"/>
            </a:srgbClr>
          </a:solidFill>
          <a:ln/>
        </p:spPr>
        <p:txBody>
          <a:bodyPr wrap="square" lIns="0" tIns="72000" rIns="72000" bIns="0" rtlCol="0" anchor="ctr"/>
          <a:lstStyle/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05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初期投資が大きい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648200" y="1371600"/>
            <a:ext cx="4038600" cy="406400"/>
          </a:xfrm>
          <a:prstGeom prst="rect">
            <a:avLst/>
          </a:prstGeom>
          <a:solidFill>
            <a:srgbClr val="1F497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案B：外部委託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99000" y="1828800"/>
            <a:ext cx="393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2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評価される点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99000" y="2082800"/>
            <a:ext cx="3937000" cy="939800"/>
          </a:xfrm>
          <a:prstGeom prst="rect">
            <a:avLst/>
          </a:prstGeom>
          <a:solidFill>
            <a:srgbClr val="BFBFBF">
              <a:alpha val="25000"/>
            </a:srgbClr>
          </a:solidFill>
          <a:ln/>
        </p:spPr>
        <p:txBody>
          <a:bodyPr wrap="square" lIns="0" tIns="72000" rIns="72000" bIns="0" rtlCol="0" anchor="ctr"/>
          <a:lstStyle/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05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導入が早い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699000" y="3073400"/>
            <a:ext cx="393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2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指摘事項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99000" y="3327400"/>
            <a:ext cx="3937000" cy="939800"/>
          </a:xfrm>
          <a:prstGeom prst="rect">
            <a:avLst/>
          </a:prstGeom>
          <a:solidFill>
            <a:srgbClr val="BFBFBF">
              <a:alpha val="25000"/>
            </a:srgbClr>
          </a:solidFill>
          <a:ln/>
        </p:spPr>
        <p:txBody>
          <a:bodyPr wrap="square" lIns="0" tIns="72000" rIns="72000" bIns="0" rtlCol="0" anchor="ctr"/>
          <a:lstStyle/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05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継続コスト増</a:t>
            </a:r>
            <a:endParaRPr lang="en-US" sz="1050" dirty="0"/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05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自由度が低い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419600"/>
            <a:ext cx="8229600" cy="330200"/>
          </a:xfrm>
          <a:prstGeom prst="rect">
            <a:avLst/>
          </a:prstGeom>
          <a:solidFill>
            <a:srgbClr val="C6D9F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総合的には自社開発が中長期的に優位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336550"/>
            <a:ext cx="381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54000" y="109220"/>
            <a:ext cx="7112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積み上げ棒グラフ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610600" y="336550"/>
            <a:ext cx="4064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/ 21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600" y="796925"/>
            <a:ext cx="89408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複数カテゴリ×複数系列の内訳推移を可視化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3035437"/>
            <a:ext cx="1733550" cy="1485763"/>
          </a:xfrm>
          <a:prstGeom prst="rect">
            <a:avLst/>
          </a:prstGeom>
          <a:solidFill>
            <a:srgbClr val="C6D9F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663996"/>
            <a:ext cx="1733550" cy="371441"/>
          </a:xfrm>
          <a:prstGeom prst="rect">
            <a:avLst/>
          </a:prstGeom>
          <a:solidFill>
            <a:srgbClr val="0282B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81000" y="4546600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68550" y="2942576"/>
            <a:ext cx="1733550" cy="1578624"/>
          </a:xfrm>
          <a:prstGeom prst="rect">
            <a:avLst/>
          </a:prstGeom>
          <a:solidFill>
            <a:srgbClr val="C6D9F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68550" y="2385415"/>
            <a:ext cx="1733550" cy="557161"/>
          </a:xfrm>
          <a:prstGeom prst="rect">
            <a:avLst/>
          </a:prstGeom>
          <a:solidFill>
            <a:srgbClr val="0282B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92350" y="4546600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79900" y="2849716"/>
            <a:ext cx="1733550" cy="1671484"/>
          </a:xfrm>
          <a:prstGeom prst="rect">
            <a:avLst/>
          </a:prstGeom>
          <a:solidFill>
            <a:srgbClr val="C6D9F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9900" y="2013974"/>
            <a:ext cx="1733550" cy="835742"/>
          </a:xfrm>
          <a:prstGeom prst="rect">
            <a:avLst/>
          </a:prstGeom>
          <a:solidFill>
            <a:srgbClr val="0282B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03700" y="4546600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1250" y="2756856"/>
            <a:ext cx="1733550" cy="1764344"/>
          </a:xfrm>
          <a:prstGeom prst="rect">
            <a:avLst/>
          </a:prstGeom>
          <a:solidFill>
            <a:srgbClr val="C6D9F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1250" y="1642533"/>
            <a:ext cx="1733550" cy="1114323"/>
          </a:xfrm>
          <a:prstGeom prst="rect">
            <a:avLst/>
          </a:prstGeom>
          <a:solidFill>
            <a:srgbClr val="0282B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15050" y="4546600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7月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75600" y="3537428"/>
            <a:ext cx="711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D9F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975600" y="2098095"/>
            <a:ext cx="711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82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新規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336550"/>
            <a:ext cx="381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54000" y="109220"/>
            <a:ext cx="7112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円グラフ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610600" y="336550"/>
            <a:ext cx="4064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/ 21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600" y="796925"/>
            <a:ext cx="89408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全体に対する構成比を単一時点で提示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64200" y="1752600"/>
            <a:ext cx="3022600" cy="3022600"/>
          </a:xfrm>
          <a:prstGeom prst="pie">
            <a:avLst>
              <a:gd name="adj1" fmla="val 16200000"/>
              <a:gd name="adj2" fmla="val 3672000"/>
            </a:avLst>
          </a:prstGeom>
          <a:solidFill>
            <a:srgbClr val="001CA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4200" y="1752600"/>
            <a:ext cx="3022600" cy="3022600"/>
          </a:xfrm>
          <a:prstGeom prst="pie">
            <a:avLst>
              <a:gd name="adj1" fmla="val 3672000"/>
              <a:gd name="adj2" fmla="val 9720000"/>
            </a:avLst>
          </a:prstGeom>
          <a:solidFill>
            <a:srgbClr val="37609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4200" y="1752600"/>
            <a:ext cx="3022600" cy="3022600"/>
          </a:xfrm>
          <a:prstGeom prst="pie">
            <a:avLst>
              <a:gd name="adj1" fmla="val 9720000"/>
              <a:gd name="adj2" fmla="val 13608000"/>
            </a:avLst>
          </a:prstGeom>
          <a:solidFill>
            <a:srgbClr val="0282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4200" y="1752600"/>
            <a:ext cx="3022600" cy="3022600"/>
          </a:xfrm>
          <a:prstGeom prst="pie">
            <a:avLst>
              <a:gd name="adj1" fmla="val 13608000"/>
              <a:gd name="adj2" fmla="val 16200000"/>
            </a:avLst>
          </a:prstGeom>
          <a:solidFill>
            <a:srgbClr val="8EB4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8142" y="2784393"/>
            <a:ext cx="1511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製品A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42%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086042" y="3853003"/>
            <a:ext cx="1511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製品B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28%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541558" y="2784393"/>
            <a:ext cx="1511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製品C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18%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086042" y="2166797"/>
            <a:ext cx="1511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その他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336550"/>
            <a:ext cx="381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54000" y="109220"/>
            <a:ext cx="7112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数値ハイライト（複数）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610600" y="336550"/>
            <a:ext cx="4064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/ 21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600" y="796925"/>
            <a:ext cx="89408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訴求力のある複数のKPIを並列表示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7733" cy="1270000"/>
          </a:xfrm>
          <a:prstGeom prst="roundRect">
            <a:avLst>
              <a:gd name="adj" fmla="val 4320"/>
            </a:avLst>
          </a:prstGeom>
          <a:solidFill>
            <a:srgbClr val="C6D9F1"/>
          </a:solidFill>
          <a:ln w="12700">
            <a:solidFill>
              <a:srgbClr val="001CA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748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142</a:t>
            </a:r>
            <a:pPr algn="ctr" indent="0" marL="0">
              <a:buNone/>
            </a:pPr>
            <a:r>
              <a:rPr lang="en-US" sz="16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件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84200" y="2159000"/>
            <a:ext cx="2353733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新規契約数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68133" y="1371600"/>
            <a:ext cx="2607733" cy="1270000"/>
          </a:xfrm>
          <a:prstGeom prst="roundRect">
            <a:avLst>
              <a:gd name="adj" fmla="val 4320"/>
            </a:avLst>
          </a:prstGeom>
          <a:solidFill>
            <a:srgbClr val="C6D9F1"/>
          </a:solidFill>
          <a:ln w="12700">
            <a:solidFill>
              <a:srgbClr val="001CA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68133" y="15748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2.1</a:t>
            </a:r>
            <a:pPr algn="ctr" indent="0" marL="0">
              <a:buNone/>
            </a:pPr>
            <a:r>
              <a:rPr lang="en-US" sz="16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395133" y="2159000"/>
            <a:ext cx="2353733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解約率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79067" y="1371600"/>
            <a:ext cx="2607733" cy="1270000"/>
          </a:xfrm>
          <a:prstGeom prst="roundRect">
            <a:avLst>
              <a:gd name="adj" fmla="val 4320"/>
            </a:avLst>
          </a:prstGeom>
          <a:solidFill>
            <a:srgbClr val="C6D9F1"/>
          </a:solidFill>
          <a:ln w="12700">
            <a:solidFill>
              <a:srgbClr val="001CA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79067" y="15748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94</a:t>
            </a:r>
            <a:pPr algn="ctr" indent="0" marL="0">
              <a:buNone/>
            </a:pPr>
            <a:r>
              <a:rPr lang="en-US" sz="16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%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206067" y="2159000"/>
            <a:ext cx="2353733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顧客満足度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58800" y="2844800"/>
            <a:ext cx="802640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6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全指標が前年を上回る結果に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336550"/>
            <a:ext cx="381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54000" y="109220"/>
            <a:ext cx="7112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手順リスト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610600" y="336550"/>
            <a:ext cx="4064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/ 21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600" y="796925"/>
            <a:ext cx="89408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手順・使い方を順序立てて説明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609600"/>
          </a:xfrm>
          <a:prstGeom prst="rect">
            <a:avLst/>
          </a:prstGeom>
          <a:solidFill>
            <a:srgbClr val="BFBFBF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508000" cy="609600"/>
          </a:xfrm>
          <a:prstGeom prst="rect">
            <a:avLst/>
          </a:prstGeom>
          <a:solidFill>
            <a:srgbClr val="001C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50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371600"/>
            <a:ext cx="7416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申請フォームに必要事項を入力する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609600"/>
          </a:xfrm>
          <a:prstGeom prst="rect">
            <a:avLst/>
          </a:prstGeom>
          <a:solidFill>
            <a:srgbClr val="BFBFBF">
              <a:alpha val="2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057400"/>
            <a:ext cx="508000" cy="609600"/>
          </a:xfrm>
          <a:prstGeom prst="rect">
            <a:avLst/>
          </a:prstGeom>
          <a:solidFill>
            <a:srgbClr val="001CA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057400"/>
            <a:ext cx="50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057400"/>
            <a:ext cx="7416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上長の承認を得る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8229600" cy="609600"/>
          </a:xfrm>
          <a:prstGeom prst="rect">
            <a:avLst/>
          </a:prstGeom>
          <a:solidFill>
            <a:srgbClr val="BFBFBF">
              <a:alpha val="2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743200"/>
            <a:ext cx="508000" cy="609600"/>
          </a:xfrm>
          <a:prstGeom prst="rect">
            <a:avLst/>
          </a:prstGeom>
          <a:solidFill>
            <a:srgbClr val="001CA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743200"/>
            <a:ext cx="50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743200"/>
            <a:ext cx="7416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システムに登録し完了通知を受け取る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454400"/>
            <a:ext cx="822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承認までに2営業日を要する点に注意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336550"/>
            <a:ext cx="381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54000" y="109220"/>
            <a:ext cx="7112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構成比の変化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610600" y="336550"/>
            <a:ext cx="4064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/ 21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600" y="796925"/>
            <a:ext cx="89408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ある構成比が複数時点でどう変化したかを比較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87800" cy="304800"/>
          </a:xfrm>
          <a:prstGeom prst="rect">
            <a:avLst/>
          </a:prstGeom>
          <a:solidFill>
            <a:srgbClr val="001CA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371600"/>
            <a:ext cx="398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2020年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52600"/>
            <a:ext cx="1794510" cy="381000"/>
          </a:xfrm>
          <a:prstGeom prst="rect">
            <a:avLst/>
          </a:prstGeom>
          <a:solidFill>
            <a:srgbClr val="001CA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52600"/>
            <a:ext cx="17945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51710" y="1752600"/>
            <a:ext cx="1395730" cy="381000"/>
          </a:xfrm>
          <a:prstGeom prst="rect">
            <a:avLst/>
          </a:prstGeom>
          <a:solidFill>
            <a:srgbClr val="8EB4E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51710" y="1752600"/>
            <a:ext cx="139573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35%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47440" y="1752600"/>
            <a:ext cx="797560" cy="3810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47440" y="1752600"/>
            <a:ext cx="7975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47900"/>
            <a:ext cx="114300" cy="114300"/>
          </a:xfrm>
          <a:prstGeom prst="rect">
            <a:avLst/>
          </a:prstGeom>
          <a:solidFill>
            <a:srgbClr val="001CA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5000" y="22098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A社 45%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451100"/>
            <a:ext cx="114300" cy="114300"/>
          </a:xfrm>
          <a:prstGeom prst="rect">
            <a:avLst/>
          </a:prstGeom>
          <a:solidFill>
            <a:srgbClr val="8EB4E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000" y="24130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B社 35%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654300"/>
            <a:ext cx="114300" cy="11430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5000" y="26162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その他 20%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99000" y="1371600"/>
            <a:ext cx="3987800" cy="304800"/>
          </a:xfrm>
          <a:prstGeom prst="rect">
            <a:avLst/>
          </a:prstGeom>
          <a:solidFill>
            <a:srgbClr val="E46C0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99000" y="1371600"/>
            <a:ext cx="398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99000" y="1752600"/>
            <a:ext cx="1276096" cy="381000"/>
          </a:xfrm>
          <a:prstGeom prst="rect">
            <a:avLst/>
          </a:prstGeom>
          <a:solidFill>
            <a:srgbClr val="001CA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99000" y="1752600"/>
            <a:ext cx="12760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32%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75096" y="1752600"/>
            <a:ext cx="1595120" cy="381000"/>
          </a:xfrm>
          <a:prstGeom prst="rect">
            <a:avLst/>
          </a:prstGeom>
          <a:solidFill>
            <a:srgbClr val="8EB4E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75096" y="1752600"/>
            <a:ext cx="15951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40%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70216" y="1752600"/>
            <a:ext cx="1116584" cy="3810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70216" y="1752600"/>
            <a:ext cx="11165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28%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99000" y="2247900"/>
            <a:ext cx="114300" cy="114300"/>
          </a:xfrm>
          <a:prstGeom prst="rect">
            <a:avLst/>
          </a:prstGeom>
          <a:solidFill>
            <a:srgbClr val="001CA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876800" y="22098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A社 32%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99000" y="2451100"/>
            <a:ext cx="114300" cy="114300"/>
          </a:xfrm>
          <a:prstGeom prst="rect">
            <a:avLst/>
          </a:prstGeom>
          <a:solidFill>
            <a:srgbClr val="8EB4E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876800" y="24130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B社 40%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99000" y="2654300"/>
            <a:ext cx="114300" cy="11430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876800" y="26162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その他 28%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2946400"/>
            <a:ext cx="822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B社のシェアが6年間で拡大傾向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3225800"/>
            <a:ext cx="8229600" cy="330200"/>
          </a:xfrm>
          <a:prstGeom prst="rect">
            <a:avLst/>
          </a:prstGeom>
          <a:solidFill>
            <a:srgbClr val="C6D9F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競争環境は流動的であり継続監視が必要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336550"/>
            <a:ext cx="381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54000" y="109220"/>
            <a:ext cx="7112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上下2段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610600" y="336550"/>
            <a:ext cx="4064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/ 21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600" y="796925"/>
            <a:ext cx="89408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性質の異なる2つの情報を上下に積んで提示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8229600" cy="406400"/>
          </a:xfrm>
          <a:prstGeom prst="rect">
            <a:avLst/>
          </a:prstGeom>
          <a:solidFill>
            <a:srgbClr val="1F497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実績サマリー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914400"/>
        </p:xfrm>
        <a:graphic>
          <a:graphicData uri="http://schemas.openxmlformats.org/drawingml/2006/table">
            <a:tbl>
              <a:tblPr/>
              <a:tblGrid>
                <a:gridCol w="2032000"/>
                <a:gridCol w="6197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0282B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値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売上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2B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132億円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332480"/>
            <a:ext cx="8229600" cy="406400"/>
          </a:xfrm>
          <a:prstGeom prst="rect">
            <a:avLst/>
          </a:prstGeom>
          <a:solidFill>
            <a:srgbClr val="1F497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所感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58800" y="3789680"/>
            <a:ext cx="8026400" cy="93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6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堅調に推移している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336550"/>
            <a:ext cx="381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54000" y="109220"/>
            <a:ext cx="7112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工程フロー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610600" y="336550"/>
            <a:ext cx="4064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/ 21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600" y="796925"/>
            <a:ext cx="89408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段階が左から右へ矢印でつながる工程を提示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8000" y="1422400"/>
            <a:ext cx="1727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受付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06500"/>
            <a:ext cx="1828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E4C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24時間対応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24100" y="1651000"/>
            <a:ext cx="228600" cy="203200"/>
          </a:xfrm>
          <a:prstGeom prst="rightArrow">
            <a:avLst/>
          </a:prstGeom>
          <a:solidFill>
            <a:srgbClr val="A6A6A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06400" y="2260600"/>
            <a:ext cx="1930400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自動受付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90800" y="1371600"/>
            <a:ext cx="1828800" cy="762000"/>
          </a:xfrm>
          <a:prstGeom prst="rect">
            <a:avLst/>
          </a:prstGeom>
          <a:solidFill>
            <a:srgbClr val="C00000">
              <a:alpha val="10000"/>
            </a:srgbClr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41600" y="1422400"/>
            <a:ext cx="1727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審査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590800" y="1206500"/>
            <a:ext cx="1828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E4C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1営業日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57700" y="1651000"/>
            <a:ext cx="228600" cy="203200"/>
          </a:xfrm>
          <a:prstGeom prst="rightArrow">
            <a:avLst/>
          </a:prstGeom>
          <a:solidFill>
            <a:srgbClr val="A6A6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540000" y="2260600"/>
            <a:ext cx="1930400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重点確認工程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24400" y="1371600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75200" y="1422400"/>
            <a:ext cx="1727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承認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91300" y="1651000"/>
            <a:ext cx="228600" cy="203200"/>
          </a:xfrm>
          <a:prstGeom prst="rightArrow">
            <a:avLst/>
          </a:prstGeom>
          <a:solidFill>
            <a:srgbClr val="A6A6A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1371600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08800" y="1422400"/>
            <a:ext cx="1727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807200" y="2260600"/>
            <a:ext cx="1930400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完了通知送付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336550"/>
            <a:ext cx="381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54000" y="109220"/>
            <a:ext cx="7112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フェーズマトリクス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610600" y="336550"/>
            <a:ext cx="4064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/ 21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600" y="796925"/>
            <a:ext cx="89408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複数フェーズ×複数カテゴリの全体像を提示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692400" cy="355600"/>
          </a:xfrm>
          <a:prstGeom prst="homePlate">
            <a:avLst/>
          </a:prstGeom>
          <a:solidFill>
            <a:srgbClr val="001CA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計画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25800" y="1371600"/>
            <a:ext cx="2692400" cy="355600"/>
          </a:xfrm>
          <a:prstGeom prst="homePlate">
            <a:avLst/>
          </a:prstGeom>
          <a:solidFill>
            <a:srgbClr val="0282B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94400" y="1371600"/>
            <a:ext cx="2692400" cy="355600"/>
          </a:xfrm>
          <a:prstGeom prst="homePlate">
            <a:avLst/>
          </a:prstGeom>
          <a:solidFill>
            <a:srgbClr val="E46C0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検証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879600"/>
            <a:ext cx="822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E4C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成果物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159000"/>
            <a:ext cx="2692400" cy="1092200"/>
          </a:xfrm>
          <a:prstGeom prst="rect">
            <a:avLst/>
          </a:prstGeom>
          <a:solidFill>
            <a:srgbClr val="BFBFBF">
              <a:alpha val="20000"/>
            </a:srgbClr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8000" y="2197100"/>
            <a:ext cx="2590800" cy="1016000"/>
          </a:xfrm>
          <a:prstGeom prst="rect">
            <a:avLst/>
          </a:prstGeom>
          <a:noFill/>
          <a:ln/>
        </p:spPr>
        <p:txBody>
          <a:bodyPr wrap="square" lIns="0" tIns="7200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・企画書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25800" y="2159000"/>
            <a:ext cx="2692400" cy="1092200"/>
          </a:xfrm>
          <a:prstGeom prst="rect">
            <a:avLst/>
          </a:prstGeom>
          <a:solidFill>
            <a:srgbClr val="BFBFBF">
              <a:alpha val="20000"/>
            </a:srgbClr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76600" y="2197100"/>
            <a:ext cx="2590800" cy="1016000"/>
          </a:xfrm>
          <a:prstGeom prst="rect">
            <a:avLst/>
          </a:prstGeom>
          <a:noFill/>
          <a:ln/>
        </p:spPr>
        <p:txBody>
          <a:bodyPr wrap="square" lIns="0" tIns="7200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・試作品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94400" y="2159000"/>
            <a:ext cx="2692400" cy="1092200"/>
          </a:xfrm>
          <a:prstGeom prst="rect">
            <a:avLst/>
          </a:prstGeom>
          <a:solidFill>
            <a:srgbClr val="BFBFBF">
              <a:alpha val="20000"/>
            </a:srgbClr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45200" y="2197100"/>
            <a:ext cx="2590800" cy="1016000"/>
          </a:xfrm>
          <a:prstGeom prst="rect">
            <a:avLst/>
          </a:prstGeom>
          <a:noFill/>
          <a:ln/>
        </p:spPr>
        <p:txBody>
          <a:bodyPr wrap="square" lIns="0" tIns="7200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・評価報告書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327400"/>
            <a:ext cx="822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E4C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606800"/>
            <a:ext cx="2692400" cy="1092200"/>
          </a:xfrm>
          <a:prstGeom prst="rect">
            <a:avLst/>
          </a:prstGeom>
          <a:solidFill>
            <a:srgbClr val="BFBFBF">
              <a:alpha val="20000"/>
            </a:srgbClr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8000" y="3644900"/>
            <a:ext cx="2590800" cy="1016000"/>
          </a:xfrm>
          <a:prstGeom prst="rect">
            <a:avLst/>
          </a:prstGeom>
          <a:noFill/>
          <a:ln/>
        </p:spPr>
        <p:txBody>
          <a:bodyPr wrap="square" lIns="0" tIns="7200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・予算調整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25800" y="3606800"/>
            <a:ext cx="2692400" cy="1092200"/>
          </a:xfrm>
          <a:prstGeom prst="rect">
            <a:avLst/>
          </a:prstGeom>
          <a:solidFill>
            <a:srgbClr val="BFBFBF">
              <a:alpha val="20000"/>
            </a:srgbClr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76600" y="3644900"/>
            <a:ext cx="2590800" cy="1016000"/>
          </a:xfrm>
          <a:prstGeom prst="rect">
            <a:avLst/>
          </a:prstGeom>
          <a:noFill/>
          <a:ln/>
        </p:spPr>
        <p:txBody>
          <a:bodyPr wrap="square" lIns="0" tIns="7200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・人員不足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94400" y="3606800"/>
            <a:ext cx="2692400" cy="1092200"/>
          </a:xfrm>
          <a:prstGeom prst="rect">
            <a:avLst/>
          </a:prstGeom>
          <a:solidFill>
            <a:srgbClr val="BFBFBF">
              <a:alpha val="20000"/>
            </a:srgbClr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45200" y="3644900"/>
            <a:ext cx="2590800" cy="1016000"/>
          </a:xfrm>
          <a:prstGeom prst="rect">
            <a:avLst/>
          </a:prstGeom>
          <a:noFill/>
          <a:ln/>
        </p:spPr>
        <p:txBody>
          <a:bodyPr wrap="square" lIns="0" tIns="7200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・品質基準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336550"/>
            <a:ext cx="381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54000" y="109220"/>
            <a:ext cx="7112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横並びステップカード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610600" y="336550"/>
            <a:ext cx="4064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/ 21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600" y="796925"/>
            <a:ext cx="89408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独立した施策を番号付きカードで並列提示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24667" cy="2768600"/>
          </a:xfrm>
          <a:prstGeom prst="roundRect">
            <a:avLst>
              <a:gd name="adj" fmla="val 1394"/>
            </a:avLst>
          </a:prstGeom>
          <a:solidFill>
            <a:srgbClr val="BFBFBF">
              <a:alpha val="15000"/>
            </a:srgbClr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79033" y="1498600"/>
            <a:ext cx="381000" cy="381000"/>
          </a:xfrm>
          <a:prstGeom prst="ellipse">
            <a:avLst/>
          </a:prstGeom>
          <a:solidFill>
            <a:srgbClr val="001C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79033" y="149860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33400" y="1955800"/>
            <a:ext cx="247226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現状分析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58800" y="2260600"/>
            <a:ext cx="2421467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E4C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市場動向と自社ポジションを整理する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59667" y="1371600"/>
            <a:ext cx="2624667" cy="2768600"/>
          </a:xfrm>
          <a:prstGeom prst="roundRect">
            <a:avLst>
              <a:gd name="adj" fmla="val 1394"/>
            </a:avLst>
          </a:prstGeom>
          <a:solidFill>
            <a:srgbClr val="BFBFBF">
              <a:alpha val="15000"/>
            </a:srgbClr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1500" y="1498600"/>
            <a:ext cx="381000" cy="381000"/>
          </a:xfrm>
          <a:prstGeom prst="ellipse">
            <a:avLst/>
          </a:prstGeom>
          <a:solidFill>
            <a:srgbClr val="0282B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81500" y="149860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335867" y="1955800"/>
            <a:ext cx="247226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施策立案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361267" y="2260600"/>
            <a:ext cx="2421467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E4C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優先度の高い課題への対策を検討する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62133" y="1371600"/>
            <a:ext cx="2624667" cy="2768600"/>
          </a:xfrm>
          <a:prstGeom prst="roundRect">
            <a:avLst>
              <a:gd name="adj" fmla="val 1394"/>
            </a:avLst>
          </a:prstGeom>
          <a:solidFill>
            <a:srgbClr val="BFBFBF">
              <a:alpha val="15000"/>
            </a:srgbClr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83967" y="1498600"/>
            <a:ext cx="381000" cy="381000"/>
          </a:xfrm>
          <a:prstGeom prst="ellipse">
            <a:avLst/>
          </a:prstGeom>
          <a:solidFill>
            <a:srgbClr val="E46C0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83967" y="149860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138333" y="1955800"/>
            <a:ext cx="247226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実行検証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163733" y="2260600"/>
            <a:ext cx="2421467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E4C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小規模試行の上で本格展開する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267200"/>
            <a:ext cx="8229600" cy="381000"/>
          </a:xfrm>
          <a:prstGeom prst="rect">
            <a:avLst/>
          </a:prstGeom>
          <a:solidFill>
            <a:srgbClr val="C6D9F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各ステップは2週間サイクルで進行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336550"/>
            <a:ext cx="381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54000" y="109220"/>
            <a:ext cx="7112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ランキングリスト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610600" y="336550"/>
            <a:ext cx="4064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/ 21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600" y="796925"/>
            <a:ext cx="89408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複数項目を順位付き・数値強調で提示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66800"/>
            <a:ext cx="822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地域別シェア（2026年上期）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1066800"/>
          </a:xfrm>
          <a:prstGeom prst="rect">
            <a:avLst/>
          </a:prstGeom>
          <a:solidFill>
            <a:srgbClr val="BFBFBF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8800" y="1701800"/>
            <a:ext cx="406400" cy="406400"/>
          </a:xfrm>
          <a:prstGeom prst="ellipse">
            <a:avLst/>
          </a:prstGeom>
          <a:solidFill>
            <a:srgbClr val="001CA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58800" y="170180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17600" y="1371600"/>
            <a:ext cx="6045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関東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289800" y="1371600"/>
            <a:ext cx="1270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38%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540000"/>
            <a:ext cx="8229600" cy="1066800"/>
          </a:xfrm>
          <a:prstGeom prst="rect">
            <a:avLst/>
          </a:prstGeom>
          <a:solidFill>
            <a:srgbClr val="BFBFBF">
              <a:alpha val="1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58800" y="2870200"/>
            <a:ext cx="406400" cy="406400"/>
          </a:xfrm>
          <a:prstGeom prst="ellipse">
            <a:avLst/>
          </a:prstGeom>
          <a:solidFill>
            <a:srgbClr val="0282B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58800" y="287020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17600" y="2540000"/>
            <a:ext cx="6045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関西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289800" y="2540000"/>
            <a:ext cx="1270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282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24%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3708400"/>
            <a:ext cx="8229600" cy="1066800"/>
          </a:xfrm>
          <a:prstGeom prst="rect">
            <a:avLst/>
          </a:prstGeom>
          <a:solidFill>
            <a:srgbClr val="BFBFBF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8800" y="4038600"/>
            <a:ext cx="406400" cy="406400"/>
          </a:xfrm>
          <a:prstGeom prst="ellipse">
            <a:avLst/>
          </a:prstGeom>
          <a:solidFill>
            <a:srgbClr val="E46C0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58800" y="403860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17600" y="3708400"/>
            <a:ext cx="6045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中部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289800" y="3708400"/>
            <a:ext cx="1270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46C0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19%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336550"/>
            <a:ext cx="381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54000" y="109220"/>
            <a:ext cx="7112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KPIグリッド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610600" y="336550"/>
            <a:ext cx="4064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/ 21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600" y="796925"/>
            <a:ext cx="89408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カテゴリ×指標をトレンド矢印付きで一覧提示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8229600" cy="68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営業部門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5300" y="2260600"/>
            <a:ext cx="4038600" cy="774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8800" y="2286000"/>
            <a:ext cx="3911600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E4C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売上高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58800" y="2520315"/>
            <a:ext cx="3911600" cy="46799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12.4億円</a:t>
            </a:r>
            <a:pPr algn="l"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▲+8.2%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10100" y="2260600"/>
            <a:ext cx="4038600" cy="774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73600" y="2286000"/>
            <a:ext cx="3911600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E4C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解約率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673600" y="2520315"/>
            <a:ext cx="3911600" cy="46799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2.1%</a:t>
            </a:r>
            <a:pPr algn="l" indent="0" marL="0">
              <a:buNone/>
            </a:pPr>
            <a:r>
              <a:rPr lang="en-US" sz="1050" b="1" dirty="0">
                <a:solidFill>
                  <a:srgbClr val="0282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▼-0.4pt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073400"/>
            <a:ext cx="8229600" cy="68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開発部門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5300" y="3962400"/>
            <a:ext cx="4038600" cy="774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8800" y="3987800"/>
            <a:ext cx="3911600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E4C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リリース数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58800" y="4222115"/>
            <a:ext cx="3911600" cy="46799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8件</a:t>
            </a:r>
            <a:pPr algn="l"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▲+3件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10100" y="3962400"/>
            <a:ext cx="4038600" cy="774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73600" y="3987800"/>
            <a:ext cx="3911600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E4C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工期遵守率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673600" y="4222115"/>
            <a:ext cx="3911600" cy="46799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94%</a:t>
            </a:r>
            <a:pPr algn="l" indent="0" marL="0">
              <a:buNone/>
            </a:pPr>
            <a:r>
              <a:rPr lang="en-US" sz="1050" b="1" dirty="0">
                <a:solidFill>
                  <a:srgbClr val="4E4C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・±0pt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336550"/>
            <a:ext cx="381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54000" y="109220"/>
            <a:ext cx="7112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セクション大見出し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610600" y="336550"/>
            <a:ext cx="4064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/ 21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600" y="796925"/>
            <a:ext cx="89408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章の区切りとして大きな主張を提示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22500"/>
            <a:ext cx="8229600" cy="136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全社DX推進の具体的な実行計画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686048"/>
            <a:ext cx="8229600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E4C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各部門の役割分担とスケジュールを次頁より説明する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336550"/>
            <a:ext cx="381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54000" y="109220"/>
            <a:ext cx="7112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全体像＋詳細フロー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610600" y="336550"/>
            <a:ext cx="4064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/ 21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600" y="796925"/>
            <a:ext cx="89408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全体の道のりと現在地・詳細工程を1枚で提示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05000" cy="330200"/>
          </a:xfrm>
          <a:prstGeom prst="roundRect">
            <a:avLst>
              <a:gd name="adj" fmla="val 138462"/>
            </a:avLst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2600" y="1371600"/>
            <a:ext cx="185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E4C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認知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87600" y="1473200"/>
            <a:ext cx="152400" cy="127000"/>
          </a:xfrm>
          <a:prstGeom prst="rightArrow">
            <a:avLst/>
          </a:prstGeom>
          <a:solidFill>
            <a:srgbClr val="A6A6A6"/>
          </a:solidFill>
          <a:ln/>
        </p:spPr>
      </p:sp>
      <p:sp>
        <p:nvSpPr>
          <p:cNvPr id="8" name="Shape 6"/>
          <p:cNvSpPr/>
          <p:nvPr/>
        </p:nvSpPr>
        <p:spPr>
          <a:xfrm>
            <a:off x="2565400" y="1371600"/>
            <a:ext cx="1905000" cy="330200"/>
          </a:xfrm>
          <a:prstGeom prst="roundRect">
            <a:avLst>
              <a:gd name="adj" fmla="val 138462"/>
            </a:avLst>
          </a:prstGeom>
          <a:solidFill>
            <a:srgbClr val="001CAD"/>
          </a:solidFill>
          <a:ln w="12700">
            <a:solidFill>
              <a:srgbClr val="001CA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90800" y="1371600"/>
            <a:ext cx="185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検討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95800" y="1473200"/>
            <a:ext cx="152400" cy="127000"/>
          </a:xfrm>
          <a:prstGeom prst="rightArrow">
            <a:avLst/>
          </a:prstGeom>
          <a:solidFill>
            <a:srgbClr val="A6A6A6"/>
          </a:solidFill>
          <a:ln/>
        </p:spPr>
      </p:sp>
      <p:sp>
        <p:nvSpPr>
          <p:cNvPr id="11" name="Shape 9"/>
          <p:cNvSpPr/>
          <p:nvPr/>
        </p:nvSpPr>
        <p:spPr>
          <a:xfrm>
            <a:off x="4673600" y="1371600"/>
            <a:ext cx="1905000" cy="330200"/>
          </a:xfrm>
          <a:prstGeom prst="roundRect">
            <a:avLst>
              <a:gd name="adj" fmla="val 138462"/>
            </a:avLst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99000" y="1371600"/>
            <a:ext cx="185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E4C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604000" y="1473200"/>
            <a:ext cx="152400" cy="127000"/>
          </a:xfrm>
          <a:prstGeom prst="rightArrow">
            <a:avLst/>
          </a:prstGeom>
          <a:solidFill>
            <a:srgbClr val="A6A6A6"/>
          </a:solidFill>
          <a:ln/>
        </p:spPr>
      </p:sp>
      <p:sp>
        <p:nvSpPr>
          <p:cNvPr id="14" name="Shape 12"/>
          <p:cNvSpPr/>
          <p:nvPr/>
        </p:nvSpPr>
        <p:spPr>
          <a:xfrm>
            <a:off x="6781800" y="1371600"/>
            <a:ext cx="1905000" cy="330200"/>
          </a:xfrm>
          <a:prstGeom prst="roundRect">
            <a:avLst>
              <a:gd name="adj" fmla="val 138462"/>
            </a:avLst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07200" y="1371600"/>
            <a:ext cx="185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E4C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1828800"/>
            <a:ext cx="2573867" cy="2438400"/>
          </a:xfrm>
          <a:prstGeom prst="roundRect">
            <a:avLst>
              <a:gd name="adj" fmla="val 2250"/>
            </a:avLst>
          </a:prstGeom>
          <a:solidFill>
            <a:srgbClr val="BFBFBF">
              <a:alpha val="15000"/>
            </a:srgbClr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79033" y="1955800"/>
            <a:ext cx="330200" cy="330200"/>
          </a:xfrm>
          <a:prstGeom prst="ellipse">
            <a:avLst/>
          </a:prstGeom>
          <a:solidFill>
            <a:srgbClr val="001CA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579033" y="19558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3400" y="2362200"/>
            <a:ext cx="242146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課題ヒアリング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69167" y="2946400"/>
            <a:ext cx="177800" cy="203200"/>
          </a:xfrm>
          <a:prstGeom prst="rightArrow">
            <a:avLst/>
          </a:prstGeom>
          <a:solidFill>
            <a:srgbClr val="A6A6A6"/>
          </a:solidFill>
          <a:ln/>
        </p:spPr>
      </p:sp>
      <p:sp>
        <p:nvSpPr>
          <p:cNvPr id="21" name="Shape 19"/>
          <p:cNvSpPr/>
          <p:nvPr/>
        </p:nvSpPr>
        <p:spPr>
          <a:xfrm>
            <a:off x="3285067" y="1828800"/>
            <a:ext cx="2573867" cy="2438400"/>
          </a:xfrm>
          <a:prstGeom prst="roundRect">
            <a:avLst>
              <a:gd name="adj" fmla="val 2250"/>
            </a:avLst>
          </a:prstGeom>
          <a:solidFill>
            <a:srgbClr val="BFBFBF">
              <a:alpha val="15000"/>
            </a:srgbClr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06900" y="1955800"/>
            <a:ext cx="330200" cy="330200"/>
          </a:xfrm>
          <a:prstGeom prst="ellipse">
            <a:avLst/>
          </a:prstGeom>
          <a:solidFill>
            <a:srgbClr val="0282B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406900" y="19558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361267" y="2362200"/>
            <a:ext cx="242146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要件整理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033" y="2946400"/>
            <a:ext cx="177800" cy="203200"/>
          </a:xfrm>
          <a:prstGeom prst="rightArrow">
            <a:avLst/>
          </a:prstGeom>
          <a:solidFill>
            <a:srgbClr val="A6A6A6"/>
          </a:solidFill>
          <a:ln/>
        </p:spPr>
      </p:sp>
      <p:sp>
        <p:nvSpPr>
          <p:cNvPr id="26" name="Shape 24"/>
          <p:cNvSpPr/>
          <p:nvPr/>
        </p:nvSpPr>
        <p:spPr>
          <a:xfrm>
            <a:off x="6112933" y="1828800"/>
            <a:ext cx="2573867" cy="2438400"/>
          </a:xfrm>
          <a:prstGeom prst="roundRect">
            <a:avLst>
              <a:gd name="adj" fmla="val 2250"/>
            </a:avLst>
          </a:prstGeom>
          <a:solidFill>
            <a:srgbClr val="BFBFBF">
              <a:alpha val="15000"/>
            </a:srgbClr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34767" y="1955800"/>
            <a:ext cx="330200" cy="330200"/>
          </a:xfrm>
          <a:prstGeom prst="ellipse">
            <a:avLst/>
          </a:prstGeom>
          <a:solidFill>
            <a:srgbClr val="E46C0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234767" y="19558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189133" y="2362200"/>
            <a:ext cx="242146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提案書作成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394200"/>
            <a:ext cx="8229600" cy="381000"/>
          </a:xfrm>
          <a:prstGeom prst="rect">
            <a:avLst/>
          </a:prstGeom>
          <a:solidFill>
            <a:srgbClr val="C6D9F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検討段階での丁寧なヒアリングが成約率向上の鍵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336550"/>
            <a:ext cx="381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54000" y="109220"/>
            <a:ext cx="7112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スイムレーン業務フロー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610600" y="336550"/>
            <a:ext cx="4064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/ 21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600" y="796925"/>
            <a:ext cx="89408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CA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複数の役割にまたがる業務の流れを可視化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24000" y="1371600"/>
            <a:ext cx="1790700" cy="279400"/>
          </a:xfrm>
          <a:prstGeom prst="rect">
            <a:avLst/>
          </a:prstGeom>
          <a:solidFill>
            <a:srgbClr val="001CA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受付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3314700" y="1371600"/>
            <a:ext cx="1790700" cy="279400"/>
          </a:xfrm>
          <a:prstGeom prst="rect">
            <a:avLst/>
          </a:prstGeom>
          <a:solidFill>
            <a:srgbClr val="001CA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一次対応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105400" y="1371600"/>
            <a:ext cx="1790700" cy="279400"/>
          </a:xfrm>
          <a:prstGeom prst="rect">
            <a:avLst/>
          </a:prstGeom>
          <a:solidFill>
            <a:srgbClr val="001CA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調査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896100" y="1371600"/>
            <a:ext cx="1790700" cy="279400"/>
          </a:xfrm>
          <a:prstGeom prst="rect">
            <a:avLst/>
          </a:prstGeom>
          <a:solidFill>
            <a:srgbClr val="001CA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回答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701800"/>
            <a:ext cx="1066800" cy="990600"/>
          </a:xfrm>
          <a:prstGeom prst="rect">
            <a:avLst/>
          </a:prstGeom>
          <a:solidFill>
            <a:srgbClr val="001C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8000" y="1701800"/>
            <a:ext cx="965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顧客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524000" y="1701800"/>
            <a:ext cx="7162800" cy="990600"/>
          </a:xfrm>
          <a:prstGeom prst="rect">
            <a:avLst/>
          </a:prstGeom>
          <a:solidFill>
            <a:srgbClr val="C6D9F1">
              <a:alpha val="30000"/>
            </a:srgbClr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3900" y="2133600"/>
            <a:ext cx="3683000" cy="127000"/>
          </a:xfrm>
          <a:prstGeom prst="rightArrow">
            <a:avLst/>
          </a:prstGeom>
          <a:solidFill>
            <a:srgbClr val="A6A6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574800" y="1752600"/>
            <a:ext cx="1689100" cy="889000"/>
          </a:xfrm>
          <a:prstGeom prst="roundRect">
            <a:avLst>
              <a:gd name="adj" fmla="val 8229"/>
            </a:avLst>
          </a:prstGeom>
          <a:solidFill>
            <a:srgbClr val="FFFFFF"/>
          </a:solidFill>
          <a:ln w="12700">
            <a:solidFill>
              <a:srgbClr val="001CA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612900" y="1752600"/>
            <a:ext cx="16129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問い合わせ送信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46900" y="1752600"/>
            <a:ext cx="1689100" cy="889000"/>
          </a:xfrm>
          <a:prstGeom prst="roundRect">
            <a:avLst>
              <a:gd name="adj" fmla="val 8229"/>
            </a:avLst>
          </a:prstGeom>
          <a:solidFill>
            <a:srgbClr val="FFFFFF"/>
          </a:solidFill>
          <a:ln w="12700">
            <a:solidFill>
              <a:srgbClr val="001CA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85000" y="1752600"/>
            <a:ext cx="16129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回答受領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1066800" cy="990600"/>
          </a:xfrm>
          <a:prstGeom prst="rect">
            <a:avLst/>
          </a:prstGeom>
          <a:solidFill>
            <a:srgbClr val="001CA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8000" y="2743200"/>
            <a:ext cx="965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担当者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524000" y="2743200"/>
            <a:ext cx="7162800" cy="99060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54600" y="3175000"/>
            <a:ext cx="101600" cy="127000"/>
          </a:xfrm>
          <a:prstGeom prst="rightArrow">
            <a:avLst/>
          </a:prstGeom>
          <a:solidFill>
            <a:srgbClr val="A6A6A6"/>
          </a:solidFill>
          <a:ln/>
        </p:spPr>
      </p:sp>
      <p:sp>
        <p:nvSpPr>
          <p:cNvPr id="21" name="Shape 19"/>
          <p:cNvSpPr/>
          <p:nvPr/>
        </p:nvSpPr>
        <p:spPr>
          <a:xfrm>
            <a:off x="6845300" y="3175000"/>
            <a:ext cx="101600" cy="127000"/>
          </a:xfrm>
          <a:prstGeom prst="rightArrow">
            <a:avLst/>
          </a:prstGeom>
          <a:solidFill>
            <a:srgbClr val="A6A6A6"/>
          </a:solidFill>
          <a:ln/>
        </p:spPr>
      </p:sp>
      <p:sp>
        <p:nvSpPr>
          <p:cNvPr id="22" name="Shape 20"/>
          <p:cNvSpPr/>
          <p:nvPr/>
        </p:nvSpPr>
        <p:spPr>
          <a:xfrm>
            <a:off x="3365500" y="2794000"/>
            <a:ext cx="1689100" cy="889000"/>
          </a:xfrm>
          <a:prstGeom prst="roundRect">
            <a:avLst>
              <a:gd name="adj" fmla="val 8229"/>
            </a:avLst>
          </a:prstGeom>
          <a:solidFill>
            <a:srgbClr val="FFFFFF"/>
          </a:solidFill>
          <a:ln w="12700">
            <a:solidFill>
              <a:srgbClr val="001CA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03600" y="2794000"/>
            <a:ext cx="16129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内容確認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156200" y="2794000"/>
            <a:ext cx="1689100" cy="889000"/>
          </a:xfrm>
          <a:prstGeom prst="roundRect">
            <a:avLst>
              <a:gd name="adj" fmla="val 8229"/>
            </a:avLst>
          </a:prstGeom>
          <a:solidFill>
            <a:srgbClr val="FFFFFF"/>
          </a:solidFill>
          <a:ln w="12700">
            <a:solidFill>
              <a:srgbClr val="001CA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94300" y="2794000"/>
            <a:ext cx="16129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原因調査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46900" y="2794000"/>
            <a:ext cx="1689100" cy="889000"/>
          </a:xfrm>
          <a:prstGeom prst="roundRect">
            <a:avLst>
              <a:gd name="adj" fmla="val 8229"/>
            </a:avLst>
          </a:prstGeom>
          <a:solidFill>
            <a:srgbClr val="FFFFFF"/>
          </a:solidFill>
          <a:ln w="12700">
            <a:solidFill>
              <a:srgbClr val="001CA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85000" y="2794000"/>
            <a:ext cx="16129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回答作成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784600"/>
            <a:ext cx="1066800" cy="990600"/>
          </a:xfrm>
          <a:prstGeom prst="rect">
            <a:avLst/>
          </a:prstGeom>
          <a:solidFill>
            <a:srgbClr val="001CA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08000" y="3784600"/>
            <a:ext cx="965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524000" y="3784600"/>
            <a:ext cx="7162800" cy="990600"/>
          </a:xfrm>
          <a:prstGeom prst="rect">
            <a:avLst/>
          </a:prstGeom>
          <a:solidFill>
            <a:srgbClr val="C6D9F1">
              <a:alpha val="30000"/>
            </a:srgbClr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63900" y="4216400"/>
            <a:ext cx="101600" cy="127000"/>
          </a:xfrm>
          <a:prstGeom prst="rightArrow">
            <a:avLst/>
          </a:prstGeom>
          <a:solidFill>
            <a:srgbClr val="A6A6A6"/>
          </a:solidFill>
          <a:ln/>
        </p:spPr>
      </p:sp>
      <p:sp>
        <p:nvSpPr>
          <p:cNvPr id="32" name="Shape 30"/>
          <p:cNvSpPr/>
          <p:nvPr/>
        </p:nvSpPr>
        <p:spPr>
          <a:xfrm>
            <a:off x="5054600" y="4216400"/>
            <a:ext cx="1892300" cy="127000"/>
          </a:xfrm>
          <a:prstGeom prst="rightArrow">
            <a:avLst/>
          </a:prstGeom>
          <a:solidFill>
            <a:srgbClr val="A6A6A6"/>
          </a:solidFill>
          <a:ln/>
        </p:spPr>
      </p:sp>
      <p:sp>
        <p:nvSpPr>
          <p:cNvPr id="33" name="Shape 31"/>
          <p:cNvSpPr/>
          <p:nvPr/>
        </p:nvSpPr>
        <p:spPr>
          <a:xfrm>
            <a:off x="1574800" y="3835400"/>
            <a:ext cx="1689100" cy="889000"/>
          </a:xfrm>
          <a:prstGeom prst="roundRect">
            <a:avLst>
              <a:gd name="adj" fmla="val 8229"/>
            </a:avLst>
          </a:prstGeom>
          <a:solidFill>
            <a:srgbClr val="FFFFFF"/>
          </a:solidFill>
          <a:ln w="12700">
            <a:solidFill>
              <a:srgbClr val="001CA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612900" y="3835400"/>
            <a:ext cx="16129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自動受付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65500" y="3835400"/>
            <a:ext cx="1689100" cy="889000"/>
          </a:xfrm>
          <a:prstGeom prst="roundRect">
            <a:avLst>
              <a:gd name="adj" fmla="val 8229"/>
            </a:avLst>
          </a:prstGeom>
          <a:solidFill>
            <a:srgbClr val="FFFFFF"/>
          </a:solidFill>
          <a:ln w="12700">
            <a:solidFill>
              <a:srgbClr val="001CA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403600" y="3835400"/>
            <a:ext cx="16129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担当割当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946900" y="3835400"/>
            <a:ext cx="1689100" cy="889000"/>
          </a:xfrm>
          <a:prstGeom prst="roundRect">
            <a:avLst>
              <a:gd name="adj" fmla="val 8229"/>
            </a:avLst>
          </a:prstGeom>
          <a:solidFill>
            <a:srgbClr val="FFFFFF"/>
          </a:solidFill>
          <a:ln w="12700">
            <a:solidFill>
              <a:srgbClr val="001CA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985000" y="3835400"/>
            <a:ext cx="16129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送信記録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336550"/>
            <a:ext cx="381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2026-09-12T01:46:44Z</dcterms:created>
  <dcterms:modified xsi:type="dcterms:W3CDTF">2026-09-12T01:46:44Z</dcterms:modified>
</cp:coreProperties>
</file>